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4"/>
  </p:notesMasterIdLst>
  <p:sldIdLst>
    <p:sldId id="257" r:id="rId5"/>
    <p:sldId id="262" r:id="rId6"/>
    <p:sldId id="259" r:id="rId7"/>
    <p:sldId id="266" r:id="rId8"/>
    <p:sldId id="267" r:id="rId9"/>
    <p:sldId id="268" r:id="rId10"/>
    <p:sldId id="269" r:id="rId11"/>
    <p:sldId id="264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32B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hra rezaee" userId="0088f83f01b56a09" providerId="LiveId" clId="{E198F4E4-089A-4F66-8D59-90F76433E51C}"/>
    <pc:docChg chg="delSld">
      <pc:chgData name="zahra rezaee" userId="0088f83f01b56a09" providerId="LiveId" clId="{E198F4E4-089A-4F66-8D59-90F76433E51C}" dt="2026-07-04T16:05:37.729" v="0" actId="47"/>
      <pc:docMkLst>
        <pc:docMk/>
      </pc:docMkLst>
      <pc:sldChg chg="del">
        <pc:chgData name="zahra rezaee" userId="0088f83f01b56a09" providerId="LiveId" clId="{E198F4E4-089A-4F66-8D59-90F76433E51C}" dt="2026-07-04T16:05:37.729" v="0" actId="47"/>
        <pc:sldMkLst>
          <pc:docMk/>
          <pc:sldMk cId="2900858511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1A3913-7619-45B9-8DCA-B40B5D858F70}" type="doc">
      <dgm:prSet loTypeId="urn:microsoft.com/office/officeart/2005/8/layout/v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F632B4E-0904-405D-8DE7-BB0ACCA60346}">
      <dgm:prSet phldrT="[Text]"/>
      <dgm:spPr/>
      <dgm:t>
        <a:bodyPr/>
        <a:lstStyle/>
        <a:p>
          <a:pPr>
            <a:buNone/>
          </a:pPr>
          <a:r>
            <a:rPr lang="en-US" dirty="0"/>
            <a:t>Raw Data</a:t>
          </a:r>
        </a:p>
      </dgm:t>
    </dgm:pt>
    <dgm:pt modelId="{C9237D34-DE3C-41B9-8B30-80654AB12970}" type="parTrans" cxnId="{E2F5D40C-9D75-4978-A0D2-6A56A0E58835}">
      <dgm:prSet/>
      <dgm:spPr/>
      <dgm:t>
        <a:bodyPr/>
        <a:lstStyle/>
        <a:p>
          <a:endParaRPr lang="en-US"/>
        </a:p>
      </dgm:t>
    </dgm:pt>
    <dgm:pt modelId="{95A04906-1903-43DD-9F1E-9BA0A24FB3F3}" type="sibTrans" cxnId="{E2F5D40C-9D75-4978-A0D2-6A56A0E58835}">
      <dgm:prSet/>
      <dgm:spPr/>
      <dgm:t>
        <a:bodyPr/>
        <a:lstStyle/>
        <a:p>
          <a:endParaRPr lang="en-US"/>
        </a:p>
      </dgm:t>
    </dgm:pt>
    <dgm:pt modelId="{F762E4CB-1904-4064-B73F-68264D8774F3}">
      <dgm:prSet phldrT="[Text]"/>
      <dgm:spPr/>
      <dgm:t>
        <a:bodyPr/>
        <a:lstStyle/>
        <a:p>
          <a:pPr>
            <a:buNone/>
          </a:pPr>
          <a:r>
            <a:rPr lang="en-US" dirty="0"/>
            <a:t>Split (80/20)</a:t>
          </a:r>
        </a:p>
      </dgm:t>
    </dgm:pt>
    <dgm:pt modelId="{B881918B-2CBA-4A6B-A46D-BA90695D4524}" type="parTrans" cxnId="{56B52572-21E2-4FC1-A48F-122CDD7331D7}">
      <dgm:prSet/>
      <dgm:spPr/>
      <dgm:t>
        <a:bodyPr/>
        <a:lstStyle/>
        <a:p>
          <a:endParaRPr lang="en-US"/>
        </a:p>
      </dgm:t>
    </dgm:pt>
    <dgm:pt modelId="{620A144E-CB2F-42F9-B356-8BD72F616A89}" type="sibTrans" cxnId="{56B52572-21E2-4FC1-A48F-122CDD7331D7}">
      <dgm:prSet/>
      <dgm:spPr/>
      <dgm:t>
        <a:bodyPr/>
        <a:lstStyle/>
        <a:p>
          <a:endParaRPr lang="en-US"/>
        </a:p>
      </dgm:t>
    </dgm:pt>
    <dgm:pt modelId="{4DD00943-1808-4663-AF3A-686E667BF18A}">
      <dgm:prSet phldrT="[Text]"/>
      <dgm:spPr/>
      <dgm:t>
        <a:bodyPr/>
        <a:lstStyle/>
        <a:p>
          <a:pPr>
            <a:buNone/>
          </a:pPr>
          <a:r>
            <a:rPr lang="en-US" dirty="0"/>
            <a:t>Median Imputation</a:t>
          </a:r>
        </a:p>
      </dgm:t>
    </dgm:pt>
    <dgm:pt modelId="{239D8139-6F64-46C0-9807-641786826499}" type="parTrans" cxnId="{F0D841D4-DAE7-42C5-9745-5100F54749E0}">
      <dgm:prSet/>
      <dgm:spPr/>
      <dgm:t>
        <a:bodyPr/>
        <a:lstStyle/>
        <a:p>
          <a:endParaRPr lang="en-US"/>
        </a:p>
      </dgm:t>
    </dgm:pt>
    <dgm:pt modelId="{AF6C8694-3E0F-4FB3-A494-7A5C0D6B5A9E}" type="sibTrans" cxnId="{F0D841D4-DAE7-42C5-9745-5100F54749E0}">
      <dgm:prSet/>
      <dgm:spPr/>
      <dgm:t>
        <a:bodyPr/>
        <a:lstStyle/>
        <a:p>
          <a:endParaRPr lang="en-US"/>
        </a:p>
      </dgm:t>
    </dgm:pt>
    <dgm:pt modelId="{74B38353-2C11-4AA5-A93A-391CB496DD9F}">
      <dgm:prSet phldrT="[Text]"/>
      <dgm:spPr/>
      <dgm:t>
        <a:bodyPr/>
        <a:lstStyle/>
        <a:p>
          <a:pPr>
            <a:buNone/>
          </a:pPr>
          <a:r>
            <a:rPr lang="en-US" dirty="0"/>
            <a:t>Standard Scaling</a:t>
          </a:r>
        </a:p>
      </dgm:t>
    </dgm:pt>
    <dgm:pt modelId="{35E0F03E-0929-4C88-8481-EEB47DF5CF54}" type="parTrans" cxnId="{15527B9A-A5CB-4065-A065-94E0DC5AF6EE}">
      <dgm:prSet/>
      <dgm:spPr/>
      <dgm:t>
        <a:bodyPr/>
        <a:lstStyle/>
        <a:p>
          <a:endParaRPr lang="en-US"/>
        </a:p>
      </dgm:t>
    </dgm:pt>
    <dgm:pt modelId="{DE7A269F-76FB-4BD8-AF7D-AB2A5DF78705}" type="sibTrans" cxnId="{15527B9A-A5CB-4065-A065-94E0DC5AF6EE}">
      <dgm:prSet/>
      <dgm:spPr/>
      <dgm:t>
        <a:bodyPr/>
        <a:lstStyle/>
        <a:p>
          <a:endParaRPr lang="en-US"/>
        </a:p>
      </dgm:t>
    </dgm:pt>
    <dgm:pt modelId="{6D43F55D-643D-49C9-B3DE-E0CAF8058459}">
      <dgm:prSet phldrT="[Text]"/>
      <dgm:spPr/>
      <dgm:t>
        <a:bodyPr/>
        <a:lstStyle/>
        <a:p>
          <a:pPr>
            <a:buNone/>
          </a:pPr>
          <a:r>
            <a:rPr lang="en-US" dirty="0"/>
            <a:t>Ready for Training</a:t>
          </a:r>
        </a:p>
      </dgm:t>
    </dgm:pt>
    <dgm:pt modelId="{246BE92A-44A2-42D5-A094-9C6A1DADBD09}" type="parTrans" cxnId="{E6703B0B-5F3E-44DF-B6DC-E2A144E1D40B}">
      <dgm:prSet/>
      <dgm:spPr/>
      <dgm:t>
        <a:bodyPr/>
        <a:lstStyle/>
        <a:p>
          <a:endParaRPr lang="en-US"/>
        </a:p>
      </dgm:t>
    </dgm:pt>
    <dgm:pt modelId="{322AFF7E-3B21-4972-A509-DF69A9268FAE}" type="sibTrans" cxnId="{E6703B0B-5F3E-44DF-B6DC-E2A144E1D40B}">
      <dgm:prSet/>
      <dgm:spPr/>
      <dgm:t>
        <a:bodyPr/>
        <a:lstStyle/>
        <a:p>
          <a:endParaRPr lang="en-US"/>
        </a:p>
      </dgm:t>
    </dgm:pt>
    <dgm:pt modelId="{0E1ED3D4-7E78-44E6-89E1-C8B3AE0A9CC1}" type="pres">
      <dgm:prSet presAssocID="{0E1A3913-7619-45B9-8DCA-B40B5D858F70}" presName="outerComposite" presStyleCnt="0">
        <dgm:presLayoutVars>
          <dgm:chMax val="5"/>
          <dgm:dir/>
          <dgm:resizeHandles val="exact"/>
        </dgm:presLayoutVars>
      </dgm:prSet>
      <dgm:spPr/>
    </dgm:pt>
    <dgm:pt modelId="{88EB86AE-AAE1-485A-BE0F-DA8838433BA0}" type="pres">
      <dgm:prSet presAssocID="{0E1A3913-7619-45B9-8DCA-B40B5D858F70}" presName="dummyMaxCanvas" presStyleCnt="0">
        <dgm:presLayoutVars/>
      </dgm:prSet>
      <dgm:spPr/>
    </dgm:pt>
    <dgm:pt modelId="{1DF5F2D3-395F-4516-A148-8A7FF527A6AA}" type="pres">
      <dgm:prSet presAssocID="{0E1A3913-7619-45B9-8DCA-B40B5D858F70}" presName="FiveNodes_1" presStyleLbl="node1" presStyleIdx="0" presStyleCnt="5">
        <dgm:presLayoutVars>
          <dgm:bulletEnabled val="1"/>
        </dgm:presLayoutVars>
      </dgm:prSet>
      <dgm:spPr/>
    </dgm:pt>
    <dgm:pt modelId="{2F3934E9-B3E1-4C60-A6F7-0075AD11E1BC}" type="pres">
      <dgm:prSet presAssocID="{0E1A3913-7619-45B9-8DCA-B40B5D858F70}" presName="FiveNodes_2" presStyleLbl="node1" presStyleIdx="1" presStyleCnt="5">
        <dgm:presLayoutVars>
          <dgm:bulletEnabled val="1"/>
        </dgm:presLayoutVars>
      </dgm:prSet>
      <dgm:spPr/>
    </dgm:pt>
    <dgm:pt modelId="{EE4563B2-9A68-4D77-BBD0-DA8AA1FF1AE8}" type="pres">
      <dgm:prSet presAssocID="{0E1A3913-7619-45B9-8DCA-B40B5D858F70}" presName="FiveNodes_3" presStyleLbl="node1" presStyleIdx="2" presStyleCnt="5">
        <dgm:presLayoutVars>
          <dgm:bulletEnabled val="1"/>
        </dgm:presLayoutVars>
      </dgm:prSet>
      <dgm:spPr/>
    </dgm:pt>
    <dgm:pt modelId="{BB725D7A-F117-4C36-8D7F-BC1031D562EB}" type="pres">
      <dgm:prSet presAssocID="{0E1A3913-7619-45B9-8DCA-B40B5D858F70}" presName="FiveNodes_4" presStyleLbl="node1" presStyleIdx="3" presStyleCnt="5">
        <dgm:presLayoutVars>
          <dgm:bulletEnabled val="1"/>
        </dgm:presLayoutVars>
      </dgm:prSet>
      <dgm:spPr/>
    </dgm:pt>
    <dgm:pt modelId="{265A82EB-4292-450E-A7FE-3AF1E69B1EE0}" type="pres">
      <dgm:prSet presAssocID="{0E1A3913-7619-45B9-8DCA-B40B5D858F70}" presName="FiveNodes_5" presStyleLbl="node1" presStyleIdx="4" presStyleCnt="5">
        <dgm:presLayoutVars>
          <dgm:bulletEnabled val="1"/>
        </dgm:presLayoutVars>
      </dgm:prSet>
      <dgm:spPr/>
    </dgm:pt>
    <dgm:pt modelId="{01519882-5D6E-42CD-8E11-7B4C31C729CB}" type="pres">
      <dgm:prSet presAssocID="{0E1A3913-7619-45B9-8DCA-B40B5D858F70}" presName="FiveConn_1-2" presStyleLbl="fgAccFollowNode1" presStyleIdx="0" presStyleCnt="4">
        <dgm:presLayoutVars>
          <dgm:bulletEnabled val="1"/>
        </dgm:presLayoutVars>
      </dgm:prSet>
      <dgm:spPr/>
    </dgm:pt>
    <dgm:pt modelId="{1F30FB66-36DD-4FA3-B97C-14432FEF9814}" type="pres">
      <dgm:prSet presAssocID="{0E1A3913-7619-45B9-8DCA-B40B5D858F70}" presName="FiveConn_2-3" presStyleLbl="fgAccFollowNode1" presStyleIdx="1" presStyleCnt="4">
        <dgm:presLayoutVars>
          <dgm:bulletEnabled val="1"/>
        </dgm:presLayoutVars>
      </dgm:prSet>
      <dgm:spPr/>
    </dgm:pt>
    <dgm:pt modelId="{6EEF8DC6-A55B-454A-814A-6DF0940FE1E8}" type="pres">
      <dgm:prSet presAssocID="{0E1A3913-7619-45B9-8DCA-B40B5D858F70}" presName="FiveConn_3-4" presStyleLbl="fgAccFollowNode1" presStyleIdx="2" presStyleCnt="4">
        <dgm:presLayoutVars>
          <dgm:bulletEnabled val="1"/>
        </dgm:presLayoutVars>
      </dgm:prSet>
      <dgm:spPr/>
    </dgm:pt>
    <dgm:pt modelId="{28F917F1-B45A-44B5-9153-93B5EBA23EE6}" type="pres">
      <dgm:prSet presAssocID="{0E1A3913-7619-45B9-8DCA-B40B5D858F70}" presName="FiveConn_4-5" presStyleLbl="fgAccFollowNode1" presStyleIdx="3" presStyleCnt="4">
        <dgm:presLayoutVars>
          <dgm:bulletEnabled val="1"/>
        </dgm:presLayoutVars>
      </dgm:prSet>
      <dgm:spPr/>
    </dgm:pt>
    <dgm:pt modelId="{3BC2EC73-9719-492A-B5C7-0D5D7A88370E}" type="pres">
      <dgm:prSet presAssocID="{0E1A3913-7619-45B9-8DCA-B40B5D858F70}" presName="FiveNodes_1_text" presStyleLbl="node1" presStyleIdx="4" presStyleCnt="5">
        <dgm:presLayoutVars>
          <dgm:bulletEnabled val="1"/>
        </dgm:presLayoutVars>
      </dgm:prSet>
      <dgm:spPr/>
    </dgm:pt>
    <dgm:pt modelId="{9F46E3CB-BFEE-4B59-8D0A-EB1092209AC9}" type="pres">
      <dgm:prSet presAssocID="{0E1A3913-7619-45B9-8DCA-B40B5D858F70}" presName="FiveNodes_2_text" presStyleLbl="node1" presStyleIdx="4" presStyleCnt="5">
        <dgm:presLayoutVars>
          <dgm:bulletEnabled val="1"/>
        </dgm:presLayoutVars>
      </dgm:prSet>
      <dgm:spPr/>
    </dgm:pt>
    <dgm:pt modelId="{328CC88D-C628-4054-9FD9-F156DA81C4F6}" type="pres">
      <dgm:prSet presAssocID="{0E1A3913-7619-45B9-8DCA-B40B5D858F70}" presName="FiveNodes_3_text" presStyleLbl="node1" presStyleIdx="4" presStyleCnt="5">
        <dgm:presLayoutVars>
          <dgm:bulletEnabled val="1"/>
        </dgm:presLayoutVars>
      </dgm:prSet>
      <dgm:spPr/>
    </dgm:pt>
    <dgm:pt modelId="{F8860658-DFCA-4FF6-8910-804DBA2DE92C}" type="pres">
      <dgm:prSet presAssocID="{0E1A3913-7619-45B9-8DCA-B40B5D858F70}" presName="FiveNodes_4_text" presStyleLbl="node1" presStyleIdx="4" presStyleCnt="5">
        <dgm:presLayoutVars>
          <dgm:bulletEnabled val="1"/>
        </dgm:presLayoutVars>
      </dgm:prSet>
      <dgm:spPr/>
    </dgm:pt>
    <dgm:pt modelId="{13403328-E4D4-49A3-B265-A2AFAA7D2F0E}" type="pres">
      <dgm:prSet presAssocID="{0E1A3913-7619-45B9-8DCA-B40B5D858F7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6703B0B-5F3E-44DF-B6DC-E2A144E1D40B}" srcId="{0E1A3913-7619-45B9-8DCA-B40B5D858F70}" destId="{6D43F55D-643D-49C9-B3DE-E0CAF8058459}" srcOrd="4" destOrd="0" parTransId="{246BE92A-44A2-42D5-A094-9C6A1DADBD09}" sibTransId="{322AFF7E-3B21-4972-A509-DF69A9268FAE}"/>
    <dgm:cxn modelId="{E2F5D40C-9D75-4978-A0D2-6A56A0E58835}" srcId="{0E1A3913-7619-45B9-8DCA-B40B5D858F70}" destId="{DF632B4E-0904-405D-8DE7-BB0ACCA60346}" srcOrd="0" destOrd="0" parTransId="{C9237D34-DE3C-41B9-8B30-80654AB12970}" sibTransId="{95A04906-1903-43DD-9F1E-9BA0A24FB3F3}"/>
    <dgm:cxn modelId="{E56E5419-180A-47A7-A428-245501EB2336}" type="presOf" srcId="{74B38353-2C11-4AA5-A93A-391CB496DD9F}" destId="{F8860658-DFCA-4FF6-8910-804DBA2DE92C}" srcOrd="1" destOrd="0" presId="urn:microsoft.com/office/officeart/2005/8/layout/vProcess5"/>
    <dgm:cxn modelId="{B5034933-58AD-495F-82F6-C9B6DC89BEC2}" type="presOf" srcId="{620A144E-CB2F-42F9-B356-8BD72F616A89}" destId="{1F30FB66-36DD-4FA3-B97C-14432FEF9814}" srcOrd="0" destOrd="0" presId="urn:microsoft.com/office/officeart/2005/8/layout/vProcess5"/>
    <dgm:cxn modelId="{E8480838-C23C-4757-9FA3-FF771AFEFD67}" type="presOf" srcId="{AF6C8694-3E0F-4FB3-A494-7A5C0D6B5A9E}" destId="{6EEF8DC6-A55B-454A-814A-6DF0940FE1E8}" srcOrd="0" destOrd="0" presId="urn:microsoft.com/office/officeart/2005/8/layout/vProcess5"/>
    <dgm:cxn modelId="{3FA4253A-B9D9-4042-8D92-F0A8764F19D6}" type="presOf" srcId="{6D43F55D-643D-49C9-B3DE-E0CAF8058459}" destId="{265A82EB-4292-450E-A7FE-3AF1E69B1EE0}" srcOrd="0" destOrd="0" presId="urn:microsoft.com/office/officeart/2005/8/layout/vProcess5"/>
    <dgm:cxn modelId="{D8E25D49-AB22-401F-9CD6-F2975552123A}" type="presOf" srcId="{DF632B4E-0904-405D-8DE7-BB0ACCA60346}" destId="{3BC2EC73-9719-492A-B5C7-0D5D7A88370E}" srcOrd="1" destOrd="0" presId="urn:microsoft.com/office/officeart/2005/8/layout/vProcess5"/>
    <dgm:cxn modelId="{56B52572-21E2-4FC1-A48F-122CDD7331D7}" srcId="{0E1A3913-7619-45B9-8DCA-B40B5D858F70}" destId="{F762E4CB-1904-4064-B73F-68264D8774F3}" srcOrd="1" destOrd="0" parTransId="{B881918B-2CBA-4A6B-A46D-BA90695D4524}" sibTransId="{620A144E-CB2F-42F9-B356-8BD72F616A89}"/>
    <dgm:cxn modelId="{6E0D7153-7CCB-4365-9F9E-BACF791C80AA}" type="presOf" srcId="{95A04906-1903-43DD-9F1E-9BA0A24FB3F3}" destId="{01519882-5D6E-42CD-8E11-7B4C31C729CB}" srcOrd="0" destOrd="0" presId="urn:microsoft.com/office/officeart/2005/8/layout/vProcess5"/>
    <dgm:cxn modelId="{F8E55855-8A7B-49BE-9B56-197537DBC307}" type="presOf" srcId="{DE7A269F-76FB-4BD8-AF7D-AB2A5DF78705}" destId="{28F917F1-B45A-44B5-9153-93B5EBA23EE6}" srcOrd="0" destOrd="0" presId="urn:microsoft.com/office/officeart/2005/8/layout/vProcess5"/>
    <dgm:cxn modelId="{2E0B9485-7A57-4969-9C23-BB95A56F5055}" type="presOf" srcId="{0E1A3913-7619-45B9-8DCA-B40B5D858F70}" destId="{0E1ED3D4-7E78-44E6-89E1-C8B3AE0A9CC1}" srcOrd="0" destOrd="0" presId="urn:microsoft.com/office/officeart/2005/8/layout/vProcess5"/>
    <dgm:cxn modelId="{15527B9A-A5CB-4065-A065-94E0DC5AF6EE}" srcId="{0E1A3913-7619-45B9-8DCA-B40B5D858F70}" destId="{74B38353-2C11-4AA5-A93A-391CB496DD9F}" srcOrd="3" destOrd="0" parTransId="{35E0F03E-0929-4C88-8481-EEB47DF5CF54}" sibTransId="{DE7A269F-76FB-4BD8-AF7D-AB2A5DF78705}"/>
    <dgm:cxn modelId="{1F7AC5C2-656E-4C18-8B46-C02B17D2B432}" type="presOf" srcId="{4DD00943-1808-4663-AF3A-686E667BF18A}" destId="{EE4563B2-9A68-4D77-BBD0-DA8AA1FF1AE8}" srcOrd="0" destOrd="0" presId="urn:microsoft.com/office/officeart/2005/8/layout/vProcess5"/>
    <dgm:cxn modelId="{A3FD31C4-2913-494B-AA5B-9F4E8CC05020}" type="presOf" srcId="{F762E4CB-1904-4064-B73F-68264D8774F3}" destId="{2F3934E9-B3E1-4C60-A6F7-0075AD11E1BC}" srcOrd="0" destOrd="0" presId="urn:microsoft.com/office/officeart/2005/8/layout/vProcess5"/>
    <dgm:cxn modelId="{39D492C6-6C94-47A2-9FD5-DCE4D04F2296}" type="presOf" srcId="{74B38353-2C11-4AA5-A93A-391CB496DD9F}" destId="{BB725D7A-F117-4C36-8D7F-BC1031D562EB}" srcOrd="0" destOrd="0" presId="urn:microsoft.com/office/officeart/2005/8/layout/vProcess5"/>
    <dgm:cxn modelId="{F0D841D4-DAE7-42C5-9745-5100F54749E0}" srcId="{0E1A3913-7619-45B9-8DCA-B40B5D858F70}" destId="{4DD00943-1808-4663-AF3A-686E667BF18A}" srcOrd="2" destOrd="0" parTransId="{239D8139-6F64-46C0-9807-641786826499}" sibTransId="{AF6C8694-3E0F-4FB3-A494-7A5C0D6B5A9E}"/>
    <dgm:cxn modelId="{69B5BEE0-482A-465B-B7EC-13F0D0E4FD86}" type="presOf" srcId="{4DD00943-1808-4663-AF3A-686E667BF18A}" destId="{328CC88D-C628-4054-9FD9-F156DA81C4F6}" srcOrd="1" destOrd="0" presId="urn:microsoft.com/office/officeart/2005/8/layout/vProcess5"/>
    <dgm:cxn modelId="{98B568F6-4108-4283-A127-385AFF5B3282}" type="presOf" srcId="{DF632B4E-0904-405D-8DE7-BB0ACCA60346}" destId="{1DF5F2D3-395F-4516-A148-8A7FF527A6AA}" srcOrd="0" destOrd="0" presId="urn:microsoft.com/office/officeart/2005/8/layout/vProcess5"/>
    <dgm:cxn modelId="{011251FA-6E43-4126-8ABA-E9318A92C3F6}" type="presOf" srcId="{6D43F55D-643D-49C9-B3DE-E0CAF8058459}" destId="{13403328-E4D4-49A3-B265-A2AFAA7D2F0E}" srcOrd="1" destOrd="0" presId="urn:microsoft.com/office/officeart/2005/8/layout/vProcess5"/>
    <dgm:cxn modelId="{230366FE-2B74-4E30-A609-DFA3B307E4C2}" type="presOf" srcId="{F762E4CB-1904-4064-B73F-68264D8774F3}" destId="{9F46E3CB-BFEE-4B59-8D0A-EB1092209AC9}" srcOrd="1" destOrd="0" presId="urn:microsoft.com/office/officeart/2005/8/layout/vProcess5"/>
    <dgm:cxn modelId="{B688B05E-3468-420F-B1B4-39A84D85ABCA}" type="presParOf" srcId="{0E1ED3D4-7E78-44E6-89E1-C8B3AE0A9CC1}" destId="{88EB86AE-AAE1-485A-BE0F-DA8838433BA0}" srcOrd="0" destOrd="0" presId="urn:microsoft.com/office/officeart/2005/8/layout/vProcess5"/>
    <dgm:cxn modelId="{01834E02-9B71-4AE1-A277-F498F3BED8BE}" type="presParOf" srcId="{0E1ED3D4-7E78-44E6-89E1-C8B3AE0A9CC1}" destId="{1DF5F2D3-395F-4516-A148-8A7FF527A6AA}" srcOrd="1" destOrd="0" presId="urn:microsoft.com/office/officeart/2005/8/layout/vProcess5"/>
    <dgm:cxn modelId="{E6C0E653-5AF5-454E-ABF9-F995C63CB9C9}" type="presParOf" srcId="{0E1ED3D4-7E78-44E6-89E1-C8B3AE0A9CC1}" destId="{2F3934E9-B3E1-4C60-A6F7-0075AD11E1BC}" srcOrd="2" destOrd="0" presId="urn:microsoft.com/office/officeart/2005/8/layout/vProcess5"/>
    <dgm:cxn modelId="{842FE28F-B7A4-4516-AA25-F8386E29C98D}" type="presParOf" srcId="{0E1ED3D4-7E78-44E6-89E1-C8B3AE0A9CC1}" destId="{EE4563B2-9A68-4D77-BBD0-DA8AA1FF1AE8}" srcOrd="3" destOrd="0" presId="urn:microsoft.com/office/officeart/2005/8/layout/vProcess5"/>
    <dgm:cxn modelId="{3B0A52A8-7E1F-4A7D-93FE-8B3D5E9E4ECF}" type="presParOf" srcId="{0E1ED3D4-7E78-44E6-89E1-C8B3AE0A9CC1}" destId="{BB725D7A-F117-4C36-8D7F-BC1031D562EB}" srcOrd="4" destOrd="0" presId="urn:microsoft.com/office/officeart/2005/8/layout/vProcess5"/>
    <dgm:cxn modelId="{45DAE62E-417D-4386-B08C-3BB4A73010FA}" type="presParOf" srcId="{0E1ED3D4-7E78-44E6-89E1-C8B3AE0A9CC1}" destId="{265A82EB-4292-450E-A7FE-3AF1E69B1EE0}" srcOrd="5" destOrd="0" presId="urn:microsoft.com/office/officeart/2005/8/layout/vProcess5"/>
    <dgm:cxn modelId="{4DD76393-3C9E-4F46-AF56-4D4174B5D492}" type="presParOf" srcId="{0E1ED3D4-7E78-44E6-89E1-C8B3AE0A9CC1}" destId="{01519882-5D6E-42CD-8E11-7B4C31C729CB}" srcOrd="6" destOrd="0" presId="urn:microsoft.com/office/officeart/2005/8/layout/vProcess5"/>
    <dgm:cxn modelId="{B8D4AE72-AFEE-4F22-9A2F-D56C3C675D7C}" type="presParOf" srcId="{0E1ED3D4-7E78-44E6-89E1-C8B3AE0A9CC1}" destId="{1F30FB66-36DD-4FA3-B97C-14432FEF9814}" srcOrd="7" destOrd="0" presId="urn:microsoft.com/office/officeart/2005/8/layout/vProcess5"/>
    <dgm:cxn modelId="{6FF082CA-E903-42FD-8F8D-32B401ABBF0D}" type="presParOf" srcId="{0E1ED3D4-7E78-44E6-89E1-C8B3AE0A9CC1}" destId="{6EEF8DC6-A55B-454A-814A-6DF0940FE1E8}" srcOrd="8" destOrd="0" presId="urn:microsoft.com/office/officeart/2005/8/layout/vProcess5"/>
    <dgm:cxn modelId="{91295E9F-CD2B-4D1A-A431-BA6A80C1C88B}" type="presParOf" srcId="{0E1ED3D4-7E78-44E6-89E1-C8B3AE0A9CC1}" destId="{28F917F1-B45A-44B5-9153-93B5EBA23EE6}" srcOrd="9" destOrd="0" presId="urn:microsoft.com/office/officeart/2005/8/layout/vProcess5"/>
    <dgm:cxn modelId="{C581C3CA-0A59-48D0-9ABC-46C23C916C12}" type="presParOf" srcId="{0E1ED3D4-7E78-44E6-89E1-C8B3AE0A9CC1}" destId="{3BC2EC73-9719-492A-B5C7-0D5D7A88370E}" srcOrd="10" destOrd="0" presId="urn:microsoft.com/office/officeart/2005/8/layout/vProcess5"/>
    <dgm:cxn modelId="{0B23B8A7-8628-4AD0-90CD-DCCE10EBD530}" type="presParOf" srcId="{0E1ED3D4-7E78-44E6-89E1-C8B3AE0A9CC1}" destId="{9F46E3CB-BFEE-4B59-8D0A-EB1092209AC9}" srcOrd="11" destOrd="0" presId="urn:microsoft.com/office/officeart/2005/8/layout/vProcess5"/>
    <dgm:cxn modelId="{8331261E-A089-47EE-99E4-2C5E7E066A21}" type="presParOf" srcId="{0E1ED3D4-7E78-44E6-89E1-C8B3AE0A9CC1}" destId="{328CC88D-C628-4054-9FD9-F156DA81C4F6}" srcOrd="12" destOrd="0" presId="urn:microsoft.com/office/officeart/2005/8/layout/vProcess5"/>
    <dgm:cxn modelId="{72FED3A5-BD0A-4A38-A552-9383346061B1}" type="presParOf" srcId="{0E1ED3D4-7E78-44E6-89E1-C8B3AE0A9CC1}" destId="{F8860658-DFCA-4FF6-8910-804DBA2DE92C}" srcOrd="13" destOrd="0" presId="urn:microsoft.com/office/officeart/2005/8/layout/vProcess5"/>
    <dgm:cxn modelId="{FC563250-BD85-4AB3-A433-32680DDBA74E}" type="presParOf" srcId="{0E1ED3D4-7E78-44E6-89E1-C8B3AE0A9CC1}" destId="{13403328-E4D4-49A3-B265-A2AFAA7D2F0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6E541B-C323-468F-A610-FCCA14B1A09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AE488C-569F-4C2C-B137-DE835F578742}">
      <dgm:prSet phldrT="[Text]"/>
      <dgm:spPr/>
      <dgm:t>
        <a:bodyPr/>
        <a:lstStyle/>
        <a:p>
          <a:pPr>
            <a:buNone/>
          </a:pPr>
          <a:r>
            <a:rPr lang="en-US" dirty="0"/>
            <a:t>Logistic Regression</a:t>
          </a:r>
        </a:p>
      </dgm:t>
    </dgm:pt>
    <dgm:pt modelId="{5AE05A7E-6FCC-4E8A-8857-F89CF224AA77}" type="parTrans" cxnId="{CE5DF45F-DBE0-4090-98B2-098F31AD8473}">
      <dgm:prSet/>
      <dgm:spPr/>
      <dgm:t>
        <a:bodyPr/>
        <a:lstStyle/>
        <a:p>
          <a:endParaRPr lang="en-US"/>
        </a:p>
      </dgm:t>
    </dgm:pt>
    <dgm:pt modelId="{A31864BF-4572-4032-983E-FB554E937DD3}" type="sibTrans" cxnId="{CE5DF45F-DBE0-4090-98B2-098F31AD8473}">
      <dgm:prSet/>
      <dgm:spPr/>
      <dgm:t>
        <a:bodyPr/>
        <a:lstStyle/>
        <a:p>
          <a:endParaRPr lang="en-US"/>
        </a:p>
      </dgm:t>
    </dgm:pt>
    <dgm:pt modelId="{75B470B8-CA65-44CF-8BC4-2C122B33755E}">
      <dgm:prSet phldrT="[Text]"/>
      <dgm:spPr/>
      <dgm:t>
        <a:bodyPr/>
        <a:lstStyle/>
        <a:p>
          <a:pPr>
            <a:buNone/>
          </a:pPr>
          <a:r>
            <a:rPr lang="en-US" dirty="0"/>
            <a:t>Decision Tree</a:t>
          </a:r>
        </a:p>
      </dgm:t>
    </dgm:pt>
    <dgm:pt modelId="{AA380637-4EC6-4C88-97AD-A4A42323D95A}" type="parTrans" cxnId="{952DF61D-45BC-41F2-AA19-E522409F0C73}">
      <dgm:prSet/>
      <dgm:spPr/>
      <dgm:t>
        <a:bodyPr/>
        <a:lstStyle/>
        <a:p>
          <a:endParaRPr lang="en-US"/>
        </a:p>
      </dgm:t>
    </dgm:pt>
    <dgm:pt modelId="{DD1E9402-E884-45CA-A4B2-622635AB0AFC}" type="sibTrans" cxnId="{952DF61D-45BC-41F2-AA19-E522409F0C73}">
      <dgm:prSet/>
      <dgm:spPr/>
      <dgm:t>
        <a:bodyPr/>
        <a:lstStyle/>
        <a:p>
          <a:endParaRPr lang="en-US"/>
        </a:p>
      </dgm:t>
    </dgm:pt>
    <dgm:pt modelId="{0BE4CD7A-1D32-4CA3-BC52-5366A5FF8B7F}">
      <dgm:prSet phldrT="[Text]"/>
      <dgm:spPr/>
      <dgm:t>
        <a:bodyPr/>
        <a:lstStyle/>
        <a:p>
          <a:pPr>
            <a:buNone/>
          </a:pPr>
          <a:r>
            <a:rPr lang="en-US" dirty="0"/>
            <a:t>Random Forest</a:t>
          </a:r>
        </a:p>
      </dgm:t>
    </dgm:pt>
    <dgm:pt modelId="{64527BB2-8A3E-452E-83EF-329F0D4A99FA}" type="parTrans" cxnId="{3C685B97-59E1-4238-AF04-9B8F46D33FF2}">
      <dgm:prSet/>
      <dgm:spPr/>
      <dgm:t>
        <a:bodyPr/>
        <a:lstStyle/>
        <a:p>
          <a:endParaRPr lang="en-US"/>
        </a:p>
      </dgm:t>
    </dgm:pt>
    <dgm:pt modelId="{D8C5E18C-7098-4AE5-B78D-D7A8922D3B37}" type="sibTrans" cxnId="{3C685B97-59E1-4238-AF04-9B8F46D33FF2}">
      <dgm:prSet/>
      <dgm:spPr/>
      <dgm:t>
        <a:bodyPr/>
        <a:lstStyle/>
        <a:p>
          <a:endParaRPr lang="en-US"/>
        </a:p>
      </dgm:t>
    </dgm:pt>
    <dgm:pt modelId="{9879A0B4-0714-4DC5-9BB6-BF385B752149}">
      <dgm:prSet phldrT="[Text]"/>
      <dgm:spPr/>
      <dgm:t>
        <a:bodyPr/>
        <a:lstStyle/>
        <a:p>
          <a:pPr>
            <a:buNone/>
          </a:pPr>
          <a:r>
            <a:rPr lang="en-US" dirty="0"/>
            <a:t>KNN</a:t>
          </a:r>
        </a:p>
      </dgm:t>
    </dgm:pt>
    <dgm:pt modelId="{F27920C0-2220-4478-A59A-9FE1B622BAF1}" type="parTrans" cxnId="{4E015933-E665-4A3A-86CC-D213806E3737}">
      <dgm:prSet/>
      <dgm:spPr/>
      <dgm:t>
        <a:bodyPr/>
        <a:lstStyle/>
        <a:p>
          <a:endParaRPr lang="en-US"/>
        </a:p>
      </dgm:t>
    </dgm:pt>
    <dgm:pt modelId="{6EA328AD-8904-44C9-A67F-DDD0D9D7F9C2}" type="sibTrans" cxnId="{4E015933-E665-4A3A-86CC-D213806E3737}">
      <dgm:prSet/>
      <dgm:spPr/>
      <dgm:t>
        <a:bodyPr/>
        <a:lstStyle/>
        <a:p>
          <a:endParaRPr lang="en-US"/>
        </a:p>
      </dgm:t>
    </dgm:pt>
    <dgm:pt modelId="{1C60A796-382F-491E-86F5-8BA09CC456EF}">
      <dgm:prSet phldrT="[Text]"/>
      <dgm:spPr/>
      <dgm:t>
        <a:bodyPr/>
        <a:lstStyle/>
        <a:p>
          <a:pPr>
            <a:buNone/>
          </a:pPr>
          <a:r>
            <a:rPr lang="en-US" dirty="0"/>
            <a:t>SVM</a:t>
          </a:r>
        </a:p>
      </dgm:t>
    </dgm:pt>
    <dgm:pt modelId="{88738A00-B75C-43DA-8A7D-01DA74D8F775}" type="parTrans" cxnId="{06D0D3E7-BDE6-4DFB-A88B-71CA1B39E017}">
      <dgm:prSet/>
      <dgm:spPr/>
      <dgm:t>
        <a:bodyPr/>
        <a:lstStyle/>
        <a:p>
          <a:endParaRPr lang="en-US"/>
        </a:p>
      </dgm:t>
    </dgm:pt>
    <dgm:pt modelId="{DEED3204-99A5-41C5-BF74-25712DBCD7D7}" type="sibTrans" cxnId="{06D0D3E7-BDE6-4DFB-A88B-71CA1B39E017}">
      <dgm:prSet/>
      <dgm:spPr/>
      <dgm:t>
        <a:bodyPr/>
        <a:lstStyle/>
        <a:p>
          <a:endParaRPr lang="en-US"/>
        </a:p>
      </dgm:t>
    </dgm:pt>
    <dgm:pt modelId="{C0007483-D459-4EA6-B9E6-486DCAA354AF}" type="pres">
      <dgm:prSet presAssocID="{E26E541B-C323-468F-A610-FCCA14B1A092}" presName="linear" presStyleCnt="0">
        <dgm:presLayoutVars>
          <dgm:dir/>
          <dgm:animLvl val="lvl"/>
          <dgm:resizeHandles val="exact"/>
        </dgm:presLayoutVars>
      </dgm:prSet>
      <dgm:spPr/>
    </dgm:pt>
    <dgm:pt modelId="{CA5F2568-C0A0-4DD8-B630-6A006252575D}" type="pres">
      <dgm:prSet presAssocID="{8FAE488C-569F-4C2C-B137-DE835F578742}" presName="parentLin" presStyleCnt="0"/>
      <dgm:spPr/>
    </dgm:pt>
    <dgm:pt modelId="{0CF79768-5DC3-4B82-BD5D-83580B503EA2}" type="pres">
      <dgm:prSet presAssocID="{8FAE488C-569F-4C2C-B137-DE835F578742}" presName="parentLeftMargin" presStyleLbl="node1" presStyleIdx="0" presStyleCnt="5"/>
      <dgm:spPr/>
    </dgm:pt>
    <dgm:pt modelId="{76D385BE-4332-4358-90E1-B16C987A99E5}" type="pres">
      <dgm:prSet presAssocID="{8FAE488C-569F-4C2C-B137-DE835F5787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7B3DE1-73C9-45A9-92C3-523F7833E326}" type="pres">
      <dgm:prSet presAssocID="{8FAE488C-569F-4C2C-B137-DE835F578742}" presName="negativeSpace" presStyleCnt="0"/>
      <dgm:spPr/>
    </dgm:pt>
    <dgm:pt modelId="{0350DBE9-5BE5-43D2-B4B5-11006D5B3E09}" type="pres">
      <dgm:prSet presAssocID="{8FAE488C-569F-4C2C-B137-DE835F578742}" presName="childText" presStyleLbl="conFgAcc1" presStyleIdx="0" presStyleCnt="5">
        <dgm:presLayoutVars>
          <dgm:bulletEnabled val="1"/>
        </dgm:presLayoutVars>
      </dgm:prSet>
      <dgm:spPr/>
    </dgm:pt>
    <dgm:pt modelId="{E68CAD0E-3765-4F73-BCFB-4F013F4A189D}" type="pres">
      <dgm:prSet presAssocID="{A31864BF-4572-4032-983E-FB554E937DD3}" presName="spaceBetweenRectangles" presStyleCnt="0"/>
      <dgm:spPr/>
    </dgm:pt>
    <dgm:pt modelId="{7B8B9A67-AEA7-4F28-BA20-83EA21CFB885}" type="pres">
      <dgm:prSet presAssocID="{75B470B8-CA65-44CF-8BC4-2C122B33755E}" presName="parentLin" presStyleCnt="0"/>
      <dgm:spPr/>
    </dgm:pt>
    <dgm:pt modelId="{A3D9DFCD-3441-4450-BAFF-0134361C8072}" type="pres">
      <dgm:prSet presAssocID="{75B470B8-CA65-44CF-8BC4-2C122B33755E}" presName="parentLeftMargin" presStyleLbl="node1" presStyleIdx="0" presStyleCnt="5"/>
      <dgm:spPr/>
    </dgm:pt>
    <dgm:pt modelId="{FA1D22B4-B897-4C6B-9CD0-EEA707844517}" type="pres">
      <dgm:prSet presAssocID="{75B470B8-CA65-44CF-8BC4-2C122B3375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B46093D-E261-44C4-AF3F-03E2C9E90B9D}" type="pres">
      <dgm:prSet presAssocID="{75B470B8-CA65-44CF-8BC4-2C122B33755E}" presName="negativeSpace" presStyleCnt="0"/>
      <dgm:spPr/>
    </dgm:pt>
    <dgm:pt modelId="{E307100C-27AB-4D52-B97A-9BD94CB706EA}" type="pres">
      <dgm:prSet presAssocID="{75B470B8-CA65-44CF-8BC4-2C122B33755E}" presName="childText" presStyleLbl="conFgAcc1" presStyleIdx="1" presStyleCnt="5">
        <dgm:presLayoutVars>
          <dgm:bulletEnabled val="1"/>
        </dgm:presLayoutVars>
      </dgm:prSet>
      <dgm:spPr/>
    </dgm:pt>
    <dgm:pt modelId="{CB05F851-F693-47FD-B4FC-EDA2B4EC6940}" type="pres">
      <dgm:prSet presAssocID="{DD1E9402-E884-45CA-A4B2-622635AB0AFC}" presName="spaceBetweenRectangles" presStyleCnt="0"/>
      <dgm:spPr/>
    </dgm:pt>
    <dgm:pt modelId="{FED0EDC9-D1D6-4FF9-B1FC-07CC464C6EEF}" type="pres">
      <dgm:prSet presAssocID="{0BE4CD7A-1D32-4CA3-BC52-5366A5FF8B7F}" presName="parentLin" presStyleCnt="0"/>
      <dgm:spPr/>
    </dgm:pt>
    <dgm:pt modelId="{3D10AA38-F92D-458B-86EB-F1A513C07C80}" type="pres">
      <dgm:prSet presAssocID="{0BE4CD7A-1D32-4CA3-BC52-5366A5FF8B7F}" presName="parentLeftMargin" presStyleLbl="node1" presStyleIdx="1" presStyleCnt="5"/>
      <dgm:spPr/>
    </dgm:pt>
    <dgm:pt modelId="{18C36850-8D34-4F7C-AD95-A3A0E971839B}" type="pres">
      <dgm:prSet presAssocID="{0BE4CD7A-1D32-4CA3-BC52-5366A5FF8B7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7FDC9EC-0A6F-4AC2-9DCF-C0C2C6D2A892}" type="pres">
      <dgm:prSet presAssocID="{0BE4CD7A-1D32-4CA3-BC52-5366A5FF8B7F}" presName="negativeSpace" presStyleCnt="0"/>
      <dgm:spPr/>
    </dgm:pt>
    <dgm:pt modelId="{CD15BF48-F301-45F1-B4E4-B50CE6C70381}" type="pres">
      <dgm:prSet presAssocID="{0BE4CD7A-1D32-4CA3-BC52-5366A5FF8B7F}" presName="childText" presStyleLbl="conFgAcc1" presStyleIdx="2" presStyleCnt="5">
        <dgm:presLayoutVars>
          <dgm:bulletEnabled val="1"/>
        </dgm:presLayoutVars>
      </dgm:prSet>
      <dgm:spPr/>
    </dgm:pt>
    <dgm:pt modelId="{18ABB36A-C181-4207-B47D-B68CFE7F2841}" type="pres">
      <dgm:prSet presAssocID="{D8C5E18C-7098-4AE5-B78D-D7A8922D3B37}" presName="spaceBetweenRectangles" presStyleCnt="0"/>
      <dgm:spPr/>
    </dgm:pt>
    <dgm:pt modelId="{77AEEDFE-D0C8-4136-A7B5-C30B1AA2EF6F}" type="pres">
      <dgm:prSet presAssocID="{9879A0B4-0714-4DC5-9BB6-BF385B752149}" presName="parentLin" presStyleCnt="0"/>
      <dgm:spPr/>
    </dgm:pt>
    <dgm:pt modelId="{F221B137-E527-46A7-B8E3-985F3EE277A0}" type="pres">
      <dgm:prSet presAssocID="{9879A0B4-0714-4DC5-9BB6-BF385B752149}" presName="parentLeftMargin" presStyleLbl="node1" presStyleIdx="2" presStyleCnt="5"/>
      <dgm:spPr/>
    </dgm:pt>
    <dgm:pt modelId="{06468790-7556-469B-94CC-72DCF682D30C}" type="pres">
      <dgm:prSet presAssocID="{9879A0B4-0714-4DC5-9BB6-BF385B75214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54D861B-543A-4342-95E9-64680F757316}" type="pres">
      <dgm:prSet presAssocID="{9879A0B4-0714-4DC5-9BB6-BF385B752149}" presName="negativeSpace" presStyleCnt="0"/>
      <dgm:spPr/>
    </dgm:pt>
    <dgm:pt modelId="{F46E85FE-D400-4D0A-A50E-171DB4F62A7F}" type="pres">
      <dgm:prSet presAssocID="{9879A0B4-0714-4DC5-9BB6-BF385B752149}" presName="childText" presStyleLbl="conFgAcc1" presStyleIdx="3" presStyleCnt="5">
        <dgm:presLayoutVars>
          <dgm:bulletEnabled val="1"/>
        </dgm:presLayoutVars>
      </dgm:prSet>
      <dgm:spPr/>
    </dgm:pt>
    <dgm:pt modelId="{6F5D5DAA-63E4-4C91-8B4E-00EB19A2FE01}" type="pres">
      <dgm:prSet presAssocID="{6EA328AD-8904-44C9-A67F-DDD0D9D7F9C2}" presName="spaceBetweenRectangles" presStyleCnt="0"/>
      <dgm:spPr/>
    </dgm:pt>
    <dgm:pt modelId="{F44EA28B-58FF-41A1-9174-683638C06B41}" type="pres">
      <dgm:prSet presAssocID="{1C60A796-382F-491E-86F5-8BA09CC456EF}" presName="parentLin" presStyleCnt="0"/>
      <dgm:spPr/>
    </dgm:pt>
    <dgm:pt modelId="{06AF946F-62A4-441A-9974-68AD0ED8CE60}" type="pres">
      <dgm:prSet presAssocID="{1C60A796-382F-491E-86F5-8BA09CC456EF}" presName="parentLeftMargin" presStyleLbl="node1" presStyleIdx="3" presStyleCnt="5"/>
      <dgm:spPr/>
    </dgm:pt>
    <dgm:pt modelId="{BA64488A-F0E6-493F-BF29-3A0FD3DE16EC}" type="pres">
      <dgm:prSet presAssocID="{1C60A796-382F-491E-86F5-8BA09CC456E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0C35727-B285-4B17-BCCF-EFFBC534F3AE}" type="pres">
      <dgm:prSet presAssocID="{1C60A796-382F-491E-86F5-8BA09CC456EF}" presName="negativeSpace" presStyleCnt="0"/>
      <dgm:spPr/>
    </dgm:pt>
    <dgm:pt modelId="{51DC0520-1468-489D-876A-F06053D68097}" type="pres">
      <dgm:prSet presAssocID="{1C60A796-382F-491E-86F5-8BA09CC456E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E672018-D0E3-4FBD-AAA5-DE92128EC2D0}" type="presOf" srcId="{E26E541B-C323-468F-A610-FCCA14B1A092}" destId="{C0007483-D459-4EA6-B9E6-486DCAA354AF}" srcOrd="0" destOrd="0" presId="urn:microsoft.com/office/officeart/2005/8/layout/list1"/>
    <dgm:cxn modelId="{952DF61D-45BC-41F2-AA19-E522409F0C73}" srcId="{E26E541B-C323-468F-A610-FCCA14B1A092}" destId="{75B470B8-CA65-44CF-8BC4-2C122B33755E}" srcOrd="1" destOrd="0" parTransId="{AA380637-4EC6-4C88-97AD-A4A42323D95A}" sibTransId="{DD1E9402-E884-45CA-A4B2-622635AB0AFC}"/>
    <dgm:cxn modelId="{9D51EB21-4A29-4443-8B54-3B785388ECCC}" type="presOf" srcId="{1C60A796-382F-491E-86F5-8BA09CC456EF}" destId="{BA64488A-F0E6-493F-BF29-3A0FD3DE16EC}" srcOrd="1" destOrd="0" presId="urn:microsoft.com/office/officeart/2005/8/layout/list1"/>
    <dgm:cxn modelId="{F3CBEA2D-7857-4FF8-9D3F-1028C9230442}" type="presOf" srcId="{0BE4CD7A-1D32-4CA3-BC52-5366A5FF8B7F}" destId="{18C36850-8D34-4F7C-AD95-A3A0E971839B}" srcOrd="1" destOrd="0" presId="urn:microsoft.com/office/officeart/2005/8/layout/list1"/>
    <dgm:cxn modelId="{4E015933-E665-4A3A-86CC-D213806E3737}" srcId="{E26E541B-C323-468F-A610-FCCA14B1A092}" destId="{9879A0B4-0714-4DC5-9BB6-BF385B752149}" srcOrd="3" destOrd="0" parTransId="{F27920C0-2220-4478-A59A-9FE1B622BAF1}" sibTransId="{6EA328AD-8904-44C9-A67F-DDD0D9D7F9C2}"/>
    <dgm:cxn modelId="{2E92783A-337E-4508-B5FE-60526148D5F7}" type="presOf" srcId="{1C60A796-382F-491E-86F5-8BA09CC456EF}" destId="{06AF946F-62A4-441A-9974-68AD0ED8CE60}" srcOrd="0" destOrd="0" presId="urn:microsoft.com/office/officeart/2005/8/layout/list1"/>
    <dgm:cxn modelId="{CE5DF45F-DBE0-4090-98B2-098F31AD8473}" srcId="{E26E541B-C323-468F-A610-FCCA14B1A092}" destId="{8FAE488C-569F-4C2C-B137-DE835F578742}" srcOrd="0" destOrd="0" parTransId="{5AE05A7E-6FCC-4E8A-8857-F89CF224AA77}" sibTransId="{A31864BF-4572-4032-983E-FB554E937DD3}"/>
    <dgm:cxn modelId="{85DC9860-ABD1-46E8-B88E-94845F650DB0}" type="presOf" srcId="{8FAE488C-569F-4C2C-B137-DE835F578742}" destId="{0CF79768-5DC3-4B82-BD5D-83580B503EA2}" srcOrd="0" destOrd="0" presId="urn:microsoft.com/office/officeart/2005/8/layout/list1"/>
    <dgm:cxn modelId="{CB8B386F-EF1B-4B1B-8D9D-DBDCB0CCC0BC}" type="presOf" srcId="{9879A0B4-0714-4DC5-9BB6-BF385B752149}" destId="{06468790-7556-469B-94CC-72DCF682D30C}" srcOrd="1" destOrd="0" presId="urn:microsoft.com/office/officeart/2005/8/layout/list1"/>
    <dgm:cxn modelId="{F0168776-ECBA-44E2-B96B-4AFE316BC781}" type="presOf" srcId="{75B470B8-CA65-44CF-8BC4-2C122B33755E}" destId="{A3D9DFCD-3441-4450-BAFF-0134361C8072}" srcOrd="0" destOrd="0" presId="urn:microsoft.com/office/officeart/2005/8/layout/list1"/>
    <dgm:cxn modelId="{3CBB1579-BDA9-4C3A-940F-4A602D62D1AE}" type="presOf" srcId="{75B470B8-CA65-44CF-8BC4-2C122B33755E}" destId="{FA1D22B4-B897-4C6B-9CD0-EEA707844517}" srcOrd="1" destOrd="0" presId="urn:microsoft.com/office/officeart/2005/8/layout/list1"/>
    <dgm:cxn modelId="{A8A28080-E997-4DA5-85AD-9E3305E195B1}" type="presOf" srcId="{0BE4CD7A-1D32-4CA3-BC52-5366A5FF8B7F}" destId="{3D10AA38-F92D-458B-86EB-F1A513C07C80}" srcOrd="0" destOrd="0" presId="urn:microsoft.com/office/officeart/2005/8/layout/list1"/>
    <dgm:cxn modelId="{3C685B97-59E1-4238-AF04-9B8F46D33FF2}" srcId="{E26E541B-C323-468F-A610-FCCA14B1A092}" destId="{0BE4CD7A-1D32-4CA3-BC52-5366A5FF8B7F}" srcOrd="2" destOrd="0" parTransId="{64527BB2-8A3E-452E-83EF-329F0D4A99FA}" sibTransId="{D8C5E18C-7098-4AE5-B78D-D7A8922D3B37}"/>
    <dgm:cxn modelId="{DF3AE298-F495-499C-9FE2-558E6F85759B}" type="presOf" srcId="{9879A0B4-0714-4DC5-9BB6-BF385B752149}" destId="{F221B137-E527-46A7-B8E3-985F3EE277A0}" srcOrd="0" destOrd="0" presId="urn:microsoft.com/office/officeart/2005/8/layout/list1"/>
    <dgm:cxn modelId="{06D0D3E7-BDE6-4DFB-A88B-71CA1B39E017}" srcId="{E26E541B-C323-468F-A610-FCCA14B1A092}" destId="{1C60A796-382F-491E-86F5-8BA09CC456EF}" srcOrd="4" destOrd="0" parTransId="{88738A00-B75C-43DA-8A7D-01DA74D8F775}" sibTransId="{DEED3204-99A5-41C5-BF74-25712DBCD7D7}"/>
    <dgm:cxn modelId="{E85DF1F5-39D6-42CE-81F1-37B77FC53F44}" type="presOf" srcId="{8FAE488C-569F-4C2C-B137-DE835F578742}" destId="{76D385BE-4332-4358-90E1-B16C987A99E5}" srcOrd="1" destOrd="0" presId="urn:microsoft.com/office/officeart/2005/8/layout/list1"/>
    <dgm:cxn modelId="{3EFFCA00-63AA-4819-849A-0A07DA567D12}" type="presParOf" srcId="{C0007483-D459-4EA6-B9E6-486DCAA354AF}" destId="{CA5F2568-C0A0-4DD8-B630-6A006252575D}" srcOrd="0" destOrd="0" presId="urn:microsoft.com/office/officeart/2005/8/layout/list1"/>
    <dgm:cxn modelId="{383DBA71-9934-471D-8FDC-DECCCE4CCD35}" type="presParOf" srcId="{CA5F2568-C0A0-4DD8-B630-6A006252575D}" destId="{0CF79768-5DC3-4B82-BD5D-83580B503EA2}" srcOrd="0" destOrd="0" presId="urn:microsoft.com/office/officeart/2005/8/layout/list1"/>
    <dgm:cxn modelId="{EB9E3B22-181C-477B-B980-F00538F353A0}" type="presParOf" srcId="{CA5F2568-C0A0-4DD8-B630-6A006252575D}" destId="{76D385BE-4332-4358-90E1-B16C987A99E5}" srcOrd="1" destOrd="0" presId="urn:microsoft.com/office/officeart/2005/8/layout/list1"/>
    <dgm:cxn modelId="{E569FFC3-DEBB-461E-90CC-222BD289A20B}" type="presParOf" srcId="{C0007483-D459-4EA6-B9E6-486DCAA354AF}" destId="{147B3DE1-73C9-45A9-92C3-523F7833E326}" srcOrd="1" destOrd="0" presId="urn:microsoft.com/office/officeart/2005/8/layout/list1"/>
    <dgm:cxn modelId="{E9035DA5-27C1-4EA5-8838-EAAD8D1E8D5B}" type="presParOf" srcId="{C0007483-D459-4EA6-B9E6-486DCAA354AF}" destId="{0350DBE9-5BE5-43D2-B4B5-11006D5B3E09}" srcOrd="2" destOrd="0" presId="urn:microsoft.com/office/officeart/2005/8/layout/list1"/>
    <dgm:cxn modelId="{3621EA56-2845-40AF-B9B0-561BF7937755}" type="presParOf" srcId="{C0007483-D459-4EA6-B9E6-486DCAA354AF}" destId="{E68CAD0E-3765-4F73-BCFB-4F013F4A189D}" srcOrd="3" destOrd="0" presId="urn:microsoft.com/office/officeart/2005/8/layout/list1"/>
    <dgm:cxn modelId="{EE7D11C5-A730-4FEF-8B1E-496F0197DE7C}" type="presParOf" srcId="{C0007483-D459-4EA6-B9E6-486DCAA354AF}" destId="{7B8B9A67-AEA7-4F28-BA20-83EA21CFB885}" srcOrd="4" destOrd="0" presId="urn:microsoft.com/office/officeart/2005/8/layout/list1"/>
    <dgm:cxn modelId="{CDCE878C-C7C5-45ED-9D47-12DA5582A142}" type="presParOf" srcId="{7B8B9A67-AEA7-4F28-BA20-83EA21CFB885}" destId="{A3D9DFCD-3441-4450-BAFF-0134361C8072}" srcOrd="0" destOrd="0" presId="urn:microsoft.com/office/officeart/2005/8/layout/list1"/>
    <dgm:cxn modelId="{2DA5926F-1BE9-4756-99F9-5F0E09F11618}" type="presParOf" srcId="{7B8B9A67-AEA7-4F28-BA20-83EA21CFB885}" destId="{FA1D22B4-B897-4C6B-9CD0-EEA707844517}" srcOrd="1" destOrd="0" presId="urn:microsoft.com/office/officeart/2005/8/layout/list1"/>
    <dgm:cxn modelId="{011A6F46-1748-4C64-9D77-62BEE226789E}" type="presParOf" srcId="{C0007483-D459-4EA6-B9E6-486DCAA354AF}" destId="{6B46093D-E261-44C4-AF3F-03E2C9E90B9D}" srcOrd="5" destOrd="0" presId="urn:microsoft.com/office/officeart/2005/8/layout/list1"/>
    <dgm:cxn modelId="{5D750ECB-0612-4A5D-A5D3-0181617A7EB9}" type="presParOf" srcId="{C0007483-D459-4EA6-B9E6-486DCAA354AF}" destId="{E307100C-27AB-4D52-B97A-9BD94CB706EA}" srcOrd="6" destOrd="0" presId="urn:microsoft.com/office/officeart/2005/8/layout/list1"/>
    <dgm:cxn modelId="{E919D3AF-7808-4170-913F-86C0FF10F3BF}" type="presParOf" srcId="{C0007483-D459-4EA6-B9E6-486DCAA354AF}" destId="{CB05F851-F693-47FD-B4FC-EDA2B4EC6940}" srcOrd="7" destOrd="0" presId="urn:microsoft.com/office/officeart/2005/8/layout/list1"/>
    <dgm:cxn modelId="{0CA4C045-54E3-42F0-A748-F3109C55A723}" type="presParOf" srcId="{C0007483-D459-4EA6-B9E6-486DCAA354AF}" destId="{FED0EDC9-D1D6-4FF9-B1FC-07CC464C6EEF}" srcOrd="8" destOrd="0" presId="urn:microsoft.com/office/officeart/2005/8/layout/list1"/>
    <dgm:cxn modelId="{614A3718-2E63-4184-8A05-98998AEABBF5}" type="presParOf" srcId="{FED0EDC9-D1D6-4FF9-B1FC-07CC464C6EEF}" destId="{3D10AA38-F92D-458B-86EB-F1A513C07C80}" srcOrd="0" destOrd="0" presId="urn:microsoft.com/office/officeart/2005/8/layout/list1"/>
    <dgm:cxn modelId="{07CA70D8-3498-4579-B7B6-8D3C9F0F65C6}" type="presParOf" srcId="{FED0EDC9-D1D6-4FF9-B1FC-07CC464C6EEF}" destId="{18C36850-8D34-4F7C-AD95-A3A0E971839B}" srcOrd="1" destOrd="0" presId="urn:microsoft.com/office/officeart/2005/8/layout/list1"/>
    <dgm:cxn modelId="{F08D8AFA-0868-4390-9789-9ADC6BA3135C}" type="presParOf" srcId="{C0007483-D459-4EA6-B9E6-486DCAA354AF}" destId="{97FDC9EC-0A6F-4AC2-9DCF-C0C2C6D2A892}" srcOrd="9" destOrd="0" presId="urn:microsoft.com/office/officeart/2005/8/layout/list1"/>
    <dgm:cxn modelId="{2797BF87-38B0-450C-8CBB-5113E415F8C5}" type="presParOf" srcId="{C0007483-D459-4EA6-B9E6-486DCAA354AF}" destId="{CD15BF48-F301-45F1-B4E4-B50CE6C70381}" srcOrd="10" destOrd="0" presId="urn:microsoft.com/office/officeart/2005/8/layout/list1"/>
    <dgm:cxn modelId="{7C92D39E-C0B5-470D-B017-DD430B4B87CC}" type="presParOf" srcId="{C0007483-D459-4EA6-B9E6-486DCAA354AF}" destId="{18ABB36A-C181-4207-B47D-B68CFE7F2841}" srcOrd="11" destOrd="0" presId="urn:microsoft.com/office/officeart/2005/8/layout/list1"/>
    <dgm:cxn modelId="{0D82E06B-AC99-4CF8-8A3E-846D3FFA83E6}" type="presParOf" srcId="{C0007483-D459-4EA6-B9E6-486DCAA354AF}" destId="{77AEEDFE-D0C8-4136-A7B5-C30B1AA2EF6F}" srcOrd="12" destOrd="0" presId="urn:microsoft.com/office/officeart/2005/8/layout/list1"/>
    <dgm:cxn modelId="{E2560434-ED21-4752-9605-9F1BD5D49F50}" type="presParOf" srcId="{77AEEDFE-D0C8-4136-A7B5-C30B1AA2EF6F}" destId="{F221B137-E527-46A7-B8E3-985F3EE277A0}" srcOrd="0" destOrd="0" presId="urn:microsoft.com/office/officeart/2005/8/layout/list1"/>
    <dgm:cxn modelId="{99B331BB-EF8C-4BA6-AA84-600D5EED2AE6}" type="presParOf" srcId="{77AEEDFE-D0C8-4136-A7B5-C30B1AA2EF6F}" destId="{06468790-7556-469B-94CC-72DCF682D30C}" srcOrd="1" destOrd="0" presId="urn:microsoft.com/office/officeart/2005/8/layout/list1"/>
    <dgm:cxn modelId="{1BDDCBDF-7C68-4576-A7BD-42DCA2E4C6F3}" type="presParOf" srcId="{C0007483-D459-4EA6-B9E6-486DCAA354AF}" destId="{254D861B-543A-4342-95E9-64680F757316}" srcOrd="13" destOrd="0" presId="urn:microsoft.com/office/officeart/2005/8/layout/list1"/>
    <dgm:cxn modelId="{F54A36B5-3F6A-4964-A6AA-2A93184F0011}" type="presParOf" srcId="{C0007483-D459-4EA6-B9E6-486DCAA354AF}" destId="{F46E85FE-D400-4D0A-A50E-171DB4F62A7F}" srcOrd="14" destOrd="0" presId="urn:microsoft.com/office/officeart/2005/8/layout/list1"/>
    <dgm:cxn modelId="{BD292AC4-09AD-43CD-8D27-9412C9A20779}" type="presParOf" srcId="{C0007483-D459-4EA6-B9E6-486DCAA354AF}" destId="{6F5D5DAA-63E4-4C91-8B4E-00EB19A2FE01}" srcOrd="15" destOrd="0" presId="urn:microsoft.com/office/officeart/2005/8/layout/list1"/>
    <dgm:cxn modelId="{C4CC0E41-00FB-434A-9FD9-BB5686A54689}" type="presParOf" srcId="{C0007483-D459-4EA6-B9E6-486DCAA354AF}" destId="{F44EA28B-58FF-41A1-9174-683638C06B41}" srcOrd="16" destOrd="0" presId="urn:microsoft.com/office/officeart/2005/8/layout/list1"/>
    <dgm:cxn modelId="{CB6ABAE0-429F-4342-9E39-AE2FA2A143D7}" type="presParOf" srcId="{F44EA28B-58FF-41A1-9174-683638C06B41}" destId="{06AF946F-62A4-441A-9974-68AD0ED8CE60}" srcOrd="0" destOrd="0" presId="urn:microsoft.com/office/officeart/2005/8/layout/list1"/>
    <dgm:cxn modelId="{28288C16-3AB0-4FD5-B905-0EF11E317525}" type="presParOf" srcId="{F44EA28B-58FF-41A1-9174-683638C06B41}" destId="{BA64488A-F0E6-493F-BF29-3A0FD3DE16EC}" srcOrd="1" destOrd="0" presId="urn:microsoft.com/office/officeart/2005/8/layout/list1"/>
    <dgm:cxn modelId="{CA95688B-25A6-4C24-AE53-A72CAD244525}" type="presParOf" srcId="{C0007483-D459-4EA6-B9E6-486DCAA354AF}" destId="{C0C35727-B285-4B17-BCCF-EFFBC534F3AE}" srcOrd="17" destOrd="0" presId="urn:microsoft.com/office/officeart/2005/8/layout/list1"/>
    <dgm:cxn modelId="{41038F14-C160-4718-B571-A41297136B68}" type="presParOf" srcId="{C0007483-D459-4EA6-B9E6-486DCAA354AF}" destId="{51DC0520-1468-489D-876A-F06053D6809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5F2D3-395F-4516-A148-8A7FF527A6AA}">
      <dsp:nvSpPr>
        <dsp:cNvPr id="0" name=""/>
        <dsp:cNvSpPr/>
      </dsp:nvSpPr>
      <dsp:spPr>
        <a:xfrm>
          <a:off x="0" y="0"/>
          <a:ext cx="4706365" cy="7755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Raw Data</a:t>
          </a:r>
        </a:p>
      </dsp:txBody>
      <dsp:txXfrm>
        <a:off x="22716" y="22716"/>
        <a:ext cx="3778714" cy="730145"/>
      </dsp:txXfrm>
    </dsp:sp>
    <dsp:sp modelId="{2F3934E9-B3E1-4C60-A6F7-0075AD11E1BC}">
      <dsp:nvSpPr>
        <dsp:cNvPr id="0" name=""/>
        <dsp:cNvSpPr/>
      </dsp:nvSpPr>
      <dsp:spPr>
        <a:xfrm>
          <a:off x="351449" y="883296"/>
          <a:ext cx="4706365" cy="775577"/>
        </a:xfrm>
        <a:prstGeom prst="roundRect">
          <a:avLst>
            <a:gd name="adj" fmla="val 10000"/>
          </a:avLst>
        </a:prstGeom>
        <a:solidFill>
          <a:schemeClr val="accent3">
            <a:hueOff val="759576"/>
            <a:satOff val="-10022"/>
            <a:lumOff val="117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Split (80/20)</a:t>
          </a:r>
        </a:p>
      </dsp:txBody>
      <dsp:txXfrm>
        <a:off x="374165" y="906012"/>
        <a:ext cx="3805358" cy="730145"/>
      </dsp:txXfrm>
    </dsp:sp>
    <dsp:sp modelId="{EE4563B2-9A68-4D77-BBD0-DA8AA1FF1AE8}">
      <dsp:nvSpPr>
        <dsp:cNvPr id="0" name=""/>
        <dsp:cNvSpPr/>
      </dsp:nvSpPr>
      <dsp:spPr>
        <a:xfrm>
          <a:off x="702898" y="1766593"/>
          <a:ext cx="4706365" cy="775577"/>
        </a:xfrm>
        <a:prstGeom prst="roundRect">
          <a:avLst>
            <a:gd name="adj" fmla="val 10000"/>
          </a:avLst>
        </a:prstGeom>
        <a:solidFill>
          <a:schemeClr val="accent3">
            <a:hueOff val="1519151"/>
            <a:satOff val="-20043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Median Imputation</a:t>
          </a:r>
        </a:p>
      </dsp:txBody>
      <dsp:txXfrm>
        <a:off x="725614" y="1789309"/>
        <a:ext cx="3805358" cy="730145"/>
      </dsp:txXfrm>
    </dsp:sp>
    <dsp:sp modelId="{BB725D7A-F117-4C36-8D7F-BC1031D562EB}">
      <dsp:nvSpPr>
        <dsp:cNvPr id="0" name=""/>
        <dsp:cNvSpPr/>
      </dsp:nvSpPr>
      <dsp:spPr>
        <a:xfrm>
          <a:off x="1054348" y="2649889"/>
          <a:ext cx="4706365" cy="775577"/>
        </a:xfrm>
        <a:prstGeom prst="roundRect">
          <a:avLst>
            <a:gd name="adj" fmla="val 10000"/>
          </a:avLst>
        </a:prstGeom>
        <a:solidFill>
          <a:schemeClr val="accent3">
            <a:hueOff val="2278727"/>
            <a:satOff val="-30064"/>
            <a:lumOff val="352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Standard Scaling</a:t>
          </a:r>
        </a:p>
      </dsp:txBody>
      <dsp:txXfrm>
        <a:off x="1077064" y="2672605"/>
        <a:ext cx="3805358" cy="730145"/>
      </dsp:txXfrm>
    </dsp:sp>
    <dsp:sp modelId="{265A82EB-4292-450E-A7FE-3AF1E69B1EE0}">
      <dsp:nvSpPr>
        <dsp:cNvPr id="0" name=""/>
        <dsp:cNvSpPr/>
      </dsp:nvSpPr>
      <dsp:spPr>
        <a:xfrm>
          <a:off x="1405797" y="3533186"/>
          <a:ext cx="4706365" cy="775577"/>
        </a:xfrm>
        <a:prstGeom prst="roundRect">
          <a:avLst>
            <a:gd name="adj" fmla="val 10000"/>
          </a:avLst>
        </a:prstGeom>
        <a:solidFill>
          <a:schemeClr val="accent3">
            <a:hueOff val="3038302"/>
            <a:satOff val="-40086"/>
            <a:lumOff val="4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Ready for Training</a:t>
          </a:r>
        </a:p>
      </dsp:txBody>
      <dsp:txXfrm>
        <a:off x="1428513" y="3555902"/>
        <a:ext cx="3805358" cy="730145"/>
      </dsp:txXfrm>
    </dsp:sp>
    <dsp:sp modelId="{01519882-5D6E-42CD-8E11-7B4C31C729CB}">
      <dsp:nvSpPr>
        <dsp:cNvPr id="0" name=""/>
        <dsp:cNvSpPr/>
      </dsp:nvSpPr>
      <dsp:spPr>
        <a:xfrm>
          <a:off x="4202240" y="566602"/>
          <a:ext cx="504125" cy="5041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315668" y="566602"/>
        <a:ext cx="277269" cy="379354"/>
      </dsp:txXfrm>
    </dsp:sp>
    <dsp:sp modelId="{1F30FB66-36DD-4FA3-B97C-14432FEF9814}">
      <dsp:nvSpPr>
        <dsp:cNvPr id="0" name=""/>
        <dsp:cNvSpPr/>
      </dsp:nvSpPr>
      <dsp:spPr>
        <a:xfrm>
          <a:off x="4553689" y="1449899"/>
          <a:ext cx="504125" cy="5041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1194133"/>
            <a:satOff val="-9171"/>
            <a:lumOff val="-139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1194133"/>
              <a:satOff val="-9171"/>
              <a:lumOff val="-1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667117" y="1449899"/>
        <a:ext cx="277269" cy="379354"/>
      </dsp:txXfrm>
    </dsp:sp>
    <dsp:sp modelId="{6EEF8DC6-A55B-454A-814A-6DF0940FE1E8}">
      <dsp:nvSpPr>
        <dsp:cNvPr id="0" name=""/>
        <dsp:cNvSpPr/>
      </dsp:nvSpPr>
      <dsp:spPr>
        <a:xfrm>
          <a:off x="4905138" y="2320269"/>
          <a:ext cx="504125" cy="5041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2388266"/>
            <a:satOff val="-18342"/>
            <a:lumOff val="-277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2388266"/>
              <a:satOff val="-18342"/>
              <a:lumOff val="-2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018566" y="2320269"/>
        <a:ext cx="277269" cy="379354"/>
      </dsp:txXfrm>
    </dsp:sp>
    <dsp:sp modelId="{28F917F1-B45A-44B5-9153-93B5EBA23EE6}">
      <dsp:nvSpPr>
        <dsp:cNvPr id="0" name=""/>
        <dsp:cNvSpPr/>
      </dsp:nvSpPr>
      <dsp:spPr>
        <a:xfrm>
          <a:off x="5256588" y="3212183"/>
          <a:ext cx="504125" cy="5041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3582399"/>
            <a:satOff val="-27513"/>
            <a:lumOff val="-416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3582399"/>
              <a:satOff val="-27513"/>
              <a:lumOff val="-4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370016" y="3212183"/>
        <a:ext cx="277269" cy="379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0DBE9-5BE5-43D2-B4B5-11006D5B3E09}">
      <dsp:nvSpPr>
        <dsp:cNvPr id="0" name=""/>
        <dsp:cNvSpPr/>
      </dsp:nvSpPr>
      <dsp:spPr>
        <a:xfrm>
          <a:off x="0" y="344718"/>
          <a:ext cx="534323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385BE-4332-4358-90E1-B16C987A99E5}">
      <dsp:nvSpPr>
        <dsp:cNvPr id="0" name=""/>
        <dsp:cNvSpPr/>
      </dsp:nvSpPr>
      <dsp:spPr>
        <a:xfrm>
          <a:off x="267161" y="79038"/>
          <a:ext cx="3740265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73" tIns="0" rIns="1413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Logistic Regression</a:t>
          </a:r>
        </a:p>
      </dsp:txBody>
      <dsp:txXfrm>
        <a:off x="293100" y="104977"/>
        <a:ext cx="3688387" cy="479482"/>
      </dsp:txXfrm>
    </dsp:sp>
    <dsp:sp modelId="{E307100C-27AB-4D52-B97A-9BD94CB706EA}">
      <dsp:nvSpPr>
        <dsp:cNvPr id="0" name=""/>
        <dsp:cNvSpPr/>
      </dsp:nvSpPr>
      <dsp:spPr>
        <a:xfrm>
          <a:off x="0" y="1161198"/>
          <a:ext cx="534323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237165"/>
              <a:satOff val="-6459"/>
              <a:lumOff val="-1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D22B4-B897-4C6B-9CD0-EEA707844517}">
      <dsp:nvSpPr>
        <dsp:cNvPr id="0" name=""/>
        <dsp:cNvSpPr/>
      </dsp:nvSpPr>
      <dsp:spPr>
        <a:xfrm>
          <a:off x="267161" y="895518"/>
          <a:ext cx="3740265" cy="531360"/>
        </a:xfrm>
        <a:prstGeom prst="roundRect">
          <a:avLst/>
        </a:prstGeom>
        <a:solidFill>
          <a:schemeClr val="accent2">
            <a:hueOff val="-237165"/>
            <a:satOff val="-6459"/>
            <a:lumOff val="-12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73" tIns="0" rIns="1413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Tree</a:t>
          </a:r>
        </a:p>
      </dsp:txBody>
      <dsp:txXfrm>
        <a:off x="293100" y="921457"/>
        <a:ext cx="3688387" cy="479482"/>
      </dsp:txXfrm>
    </dsp:sp>
    <dsp:sp modelId="{CD15BF48-F301-45F1-B4E4-B50CE6C70381}">
      <dsp:nvSpPr>
        <dsp:cNvPr id="0" name=""/>
        <dsp:cNvSpPr/>
      </dsp:nvSpPr>
      <dsp:spPr>
        <a:xfrm>
          <a:off x="0" y="1977678"/>
          <a:ext cx="534323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474331"/>
              <a:satOff val="-12917"/>
              <a:lumOff val="-2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36850-8D34-4F7C-AD95-A3A0E971839B}">
      <dsp:nvSpPr>
        <dsp:cNvPr id="0" name=""/>
        <dsp:cNvSpPr/>
      </dsp:nvSpPr>
      <dsp:spPr>
        <a:xfrm>
          <a:off x="267161" y="1711999"/>
          <a:ext cx="3740265" cy="531360"/>
        </a:xfrm>
        <a:prstGeom prst="roundRect">
          <a:avLst/>
        </a:prstGeom>
        <a:solidFill>
          <a:schemeClr val="accent2">
            <a:hueOff val="-474331"/>
            <a:satOff val="-12917"/>
            <a:lumOff val="-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73" tIns="0" rIns="1413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Random Forest</a:t>
          </a:r>
        </a:p>
      </dsp:txBody>
      <dsp:txXfrm>
        <a:off x="293100" y="1737938"/>
        <a:ext cx="3688387" cy="479482"/>
      </dsp:txXfrm>
    </dsp:sp>
    <dsp:sp modelId="{F46E85FE-D400-4D0A-A50E-171DB4F62A7F}">
      <dsp:nvSpPr>
        <dsp:cNvPr id="0" name=""/>
        <dsp:cNvSpPr/>
      </dsp:nvSpPr>
      <dsp:spPr>
        <a:xfrm>
          <a:off x="0" y="2794159"/>
          <a:ext cx="534323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711496"/>
              <a:satOff val="-19376"/>
              <a:lumOff val="-3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68790-7556-469B-94CC-72DCF682D30C}">
      <dsp:nvSpPr>
        <dsp:cNvPr id="0" name=""/>
        <dsp:cNvSpPr/>
      </dsp:nvSpPr>
      <dsp:spPr>
        <a:xfrm>
          <a:off x="267161" y="2528479"/>
          <a:ext cx="3740265" cy="531360"/>
        </a:xfrm>
        <a:prstGeom prst="roundRect">
          <a:avLst/>
        </a:prstGeom>
        <a:solidFill>
          <a:schemeClr val="accent2">
            <a:hueOff val="-711496"/>
            <a:satOff val="-19376"/>
            <a:lumOff val="-38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73" tIns="0" rIns="1413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KNN</a:t>
          </a:r>
        </a:p>
      </dsp:txBody>
      <dsp:txXfrm>
        <a:off x="293100" y="2554418"/>
        <a:ext cx="3688387" cy="479482"/>
      </dsp:txXfrm>
    </dsp:sp>
    <dsp:sp modelId="{51DC0520-1468-489D-876A-F06053D68097}">
      <dsp:nvSpPr>
        <dsp:cNvPr id="0" name=""/>
        <dsp:cNvSpPr/>
      </dsp:nvSpPr>
      <dsp:spPr>
        <a:xfrm>
          <a:off x="0" y="3610639"/>
          <a:ext cx="534323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948662"/>
              <a:satOff val="-25835"/>
              <a:lumOff val="-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4488A-F0E6-493F-BF29-3A0FD3DE16EC}">
      <dsp:nvSpPr>
        <dsp:cNvPr id="0" name=""/>
        <dsp:cNvSpPr/>
      </dsp:nvSpPr>
      <dsp:spPr>
        <a:xfrm>
          <a:off x="267161" y="3344959"/>
          <a:ext cx="3740265" cy="531360"/>
        </a:xfrm>
        <a:prstGeom prst="roundRect">
          <a:avLst/>
        </a:prstGeom>
        <a:solidFill>
          <a:schemeClr val="accent2">
            <a:hueOff val="-948662"/>
            <a:satOff val="-25835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73" tIns="0" rIns="1413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SVM</a:t>
          </a:r>
        </a:p>
      </dsp:txBody>
      <dsp:txXfrm>
        <a:off x="293100" y="3370898"/>
        <a:ext cx="368838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960EE-C231-45E7-A434-CE8E079A9691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452A5-AA68-4B17-9966-2952D1C9A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6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61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5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6052" y="2714243"/>
            <a:ext cx="9744217" cy="1429512"/>
          </a:xfrm>
        </p:spPr>
        <p:txBody>
          <a:bodyPr>
            <a:normAutofit/>
          </a:bodyPr>
          <a:lstStyle/>
          <a:p>
            <a:r>
              <a:rPr lang="en-US" sz="6600" dirty="0"/>
              <a:t>Diabetes prediction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AE33D1-21C2-C82B-33DF-EA3EC7AF8024}"/>
              </a:ext>
            </a:extLst>
          </p:cNvPr>
          <p:cNvSpPr txBox="1"/>
          <p:nvPr/>
        </p:nvSpPr>
        <p:spPr>
          <a:xfrm>
            <a:off x="5427754" y="4528996"/>
            <a:ext cx="320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Zahra Rezaee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FAF0E-9971-8009-CBCB-C2D24BEC69C0}"/>
              </a:ext>
            </a:extLst>
          </p:cNvPr>
          <p:cNvSpPr/>
          <p:nvPr/>
        </p:nvSpPr>
        <p:spPr>
          <a:xfrm>
            <a:off x="0" y="0"/>
            <a:ext cx="2447783" cy="6858000"/>
          </a:xfrm>
          <a:prstGeom prst="rect">
            <a:avLst/>
          </a:prstGeom>
          <a:ln>
            <a:solidFill>
              <a:srgbClr val="9BA8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D6CD6E-35AD-F042-B5A2-2ACBAD40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5" y="-1"/>
            <a:ext cx="358832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35895E-7EE8-BAE3-CF94-6848F2A580D8}"/>
              </a:ext>
            </a:extLst>
          </p:cNvPr>
          <p:cNvSpPr/>
          <p:nvPr/>
        </p:nvSpPr>
        <p:spPr>
          <a:xfrm>
            <a:off x="7384473" y="0"/>
            <a:ext cx="4807527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2CB01-5D20-C322-EF16-C0D30548B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30" y="0"/>
            <a:ext cx="6434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62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827201-6C64-8813-74BD-600B3CDE3969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Load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1F156-5B93-EEE9-629B-11E0973B2BCB}"/>
              </a:ext>
            </a:extLst>
          </p:cNvPr>
          <p:cNvSpPr txBox="1"/>
          <p:nvPr/>
        </p:nvSpPr>
        <p:spPr>
          <a:xfrm>
            <a:off x="1219201" y="1910485"/>
            <a:ext cx="95180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Dataset: </a:t>
            </a:r>
            <a:r>
              <a:rPr lang="en-US" sz="2400" dirty="0"/>
              <a:t>Pima Indians Diabetes Dataset </a:t>
            </a:r>
            <a:endParaRPr lang="fa-I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Loaded using </a:t>
            </a:r>
            <a:r>
              <a:rPr lang="en-US" sz="2400" b="1" dirty="0"/>
              <a:t>Pandas</a:t>
            </a:r>
            <a:r>
              <a:rPr lang="en-US" sz="2400" dirty="0"/>
              <a:t> </a:t>
            </a:r>
            <a:endParaRPr lang="fa-I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File format: </a:t>
            </a:r>
            <a:r>
              <a:rPr lang="en-US" sz="2400" b="1" dirty="0"/>
              <a:t>CSV (diabetes.csv)</a:t>
            </a:r>
            <a:r>
              <a:rPr lang="en-US" sz="2400" dirty="0"/>
              <a:t> </a:t>
            </a:r>
            <a:endParaRPr lang="fa-I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Data stored in a </a:t>
            </a:r>
            <a:r>
              <a:rPr lang="en-US" sz="2400" b="1" dirty="0" err="1"/>
              <a:t>DataFrame</a:t>
            </a:r>
            <a:r>
              <a:rPr lang="en-US" sz="2400" dirty="0"/>
              <a:t> </a:t>
            </a:r>
            <a:endParaRPr lang="fa-I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Ready for preprocessing and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7E37A-BD3D-5F96-1D4D-504D893D5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4012477"/>
            <a:ext cx="9961417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1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BFC6-D5B0-9CDA-2118-0E1D2775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3EA3C8-9175-01B6-9312-BF84DA350450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Explore &amp; Clean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872C7-1F9C-CBA9-3E69-7A451899F8E4}"/>
              </a:ext>
            </a:extLst>
          </p:cNvPr>
          <p:cNvSpPr txBox="1"/>
          <p:nvPr/>
        </p:nvSpPr>
        <p:spPr>
          <a:xfrm>
            <a:off x="1219201" y="2036618"/>
            <a:ext cx="80356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000" dirty="0"/>
              <a:t>Explored the dataset using: </a:t>
            </a:r>
            <a:endParaRPr lang="fa-IR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/>
              <a:t>df.head</a:t>
            </a:r>
            <a:r>
              <a:rPr lang="en-US" sz="2000" dirty="0"/>
              <a:t>() </a:t>
            </a:r>
            <a:endParaRPr lang="fa-IR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df.info() </a:t>
            </a:r>
            <a:endParaRPr lang="fa-IR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/>
              <a:t>df.describe</a:t>
            </a:r>
            <a:r>
              <a:rPr lang="en-US" sz="2000" dirty="0"/>
              <a:t>() </a:t>
            </a:r>
          </a:p>
          <a:p>
            <a:r>
              <a:rPr lang="fa-IR" sz="2000" dirty="0"/>
              <a:t> (2</a:t>
            </a:r>
            <a:r>
              <a:rPr lang="en-US" sz="2000" dirty="0"/>
              <a:t>Identified medically invalid zero values </a:t>
            </a:r>
            <a:endParaRPr lang="fa-IR" sz="2000" dirty="0"/>
          </a:p>
          <a:p>
            <a:r>
              <a:rPr lang="fa-IR" sz="2000" dirty="0"/>
              <a:t> (3</a:t>
            </a:r>
            <a:r>
              <a:rPr lang="en-US" sz="2000" dirty="0"/>
              <a:t>Replaced invalid zeros with </a:t>
            </a:r>
            <a:r>
              <a:rPr lang="en-US" sz="2000" b="1" dirty="0" err="1"/>
              <a:t>NaN</a:t>
            </a:r>
            <a:r>
              <a:rPr lang="en-US" sz="2000" dirty="0"/>
              <a:t> </a:t>
            </a:r>
            <a:endParaRPr lang="fa-IR" sz="20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Glucose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/>
              <a:t>BloodPressure</a:t>
            </a:r>
            <a:r>
              <a:rPr lang="en-US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err="1"/>
              <a:t>SkinThickness</a:t>
            </a:r>
            <a:r>
              <a:rPr lang="en-US" sz="20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Insulin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BMI</a:t>
            </a:r>
          </a:p>
          <a:p>
            <a:r>
              <a:rPr lang="fa-IR" sz="2000" dirty="0"/>
              <a:t> (4</a:t>
            </a:r>
            <a:r>
              <a:rPr lang="en-US" sz="2000" dirty="0"/>
              <a:t>Prepared data for missing value imputation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1BB88-F696-FDA2-E8C3-8C69FCB5B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300" y="2281926"/>
            <a:ext cx="5259157" cy="306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3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F574-7827-3CA1-A061-DF7CD232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EED790-6343-0882-5B0C-0F36BA7A2E41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Prepare Data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B753D05-686F-36BD-26D1-B688E47DC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079171"/>
              </p:ext>
            </p:extLst>
          </p:nvPr>
        </p:nvGraphicFramePr>
        <p:xfrm>
          <a:off x="3039918" y="1925782"/>
          <a:ext cx="6112163" cy="430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643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8F24-99DF-3472-F599-C1F332D6F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F7C84B-8830-B36B-F1D6-F02AB56930A3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Define Models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D26AD1D-3CB7-6840-BDCD-3C984D695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621013"/>
              </p:ext>
            </p:extLst>
          </p:nvPr>
        </p:nvGraphicFramePr>
        <p:xfrm>
          <a:off x="2401455" y="2119746"/>
          <a:ext cx="5343236" cy="4143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98B1BD-30CB-02A4-9761-1A1A6BFE1FEB}"/>
              </a:ext>
            </a:extLst>
          </p:cNvPr>
          <p:cNvSpPr txBox="1"/>
          <p:nvPr/>
        </p:nvSpPr>
        <p:spPr>
          <a:xfrm>
            <a:off x="8388926" y="4131024"/>
            <a:ext cx="3006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Performance Comparison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2DB66D5-67C9-B5A3-2FF9-2EA15050482A}"/>
              </a:ext>
            </a:extLst>
          </p:cNvPr>
          <p:cNvSpPr/>
          <p:nvPr/>
        </p:nvSpPr>
        <p:spPr>
          <a:xfrm>
            <a:off x="7890162" y="2466109"/>
            <a:ext cx="353293" cy="369916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0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20BE-F826-25EA-0070-AD2DC76B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87038-200D-DB4F-47B0-A312CBF1C942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Train &amp; Evaluate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245B4-E716-B90A-9648-CB9DE8140B81}"/>
              </a:ext>
            </a:extLst>
          </p:cNvPr>
          <p:cNvSpPr txBox="1"/>
          <p:nvPr/>
        </p:nvSpPr>
        <p:spPr>
          <a:xfrm>
            <a:off x="2930237" y="216715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Training Data</a:t>
            </a:r>
            <a:br>
              <a:rPr lang="en-US" sz="2400" dirty="0"/>
            </a:br>
            <a:endParaRPr lang="en-US" sz="2400" dirty="0"/>
          </a:p>
          <a:p>
            <a:pPr algn="ctr"/>
            <a:br>
              <a:rPr lang="en-US" sz="2400" dirty="0"/>
            </a:br>
            <a:r>
              <a:rPr lang="en-US" sz="2400" dirty="0"/>
              <a:t>Train Models</a:t>
            </a:r>
            <a:br>
              <a:rPr lang="en-US" sz="2400" dirty="0"/>
            </a:br>
            <a:endParaRPr lang="en-US" sz="2400" dirty="0"/>
          </a:p>
          <a:p>
            <a:pPr algn="ctr"/>
            <a:br>
              <a:rPr lang="en-US" sz="2400" dirty="0"/>
            </a:br>
            <a:r>
              <a:rPr lang="en-US" sz="2400" dirty="0"/>
              <a:t>Predictions</a:t>
            </a:r>
          </a:p>
          <a:p>
            <a:pPr algn="ctr"/>
            <a:endParaRPr lang="en-US" sz="2400" dirty="0"/>
          </a:p>
          <a:p>
            <a:pPr algn="ctr"/>
            <a:br>
              <a:rPr lang="en-US" sz="2400" dirty="0"/>
            </a:br>
            <a:r>
              <a:rPr lang="en-US" sz="2400" dirty="0"/>
              <a:t>Accuracy | Precision | Recall | F1-score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378A46-74C4-BD73-69F5-151202AAD3C2}"/>
              </a:ext>
            </a:extLst>
          </p:cNvPr>
          <p:cNvCxnSpPr/>
          <p:nvPr/>
        </p:nvCxnSpPr>
        <p:spPr>
          <a:xfrm>
            <a:off x="5978237" y="2673927"/>
            <a:ext cx="0" cy="637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DE56BC-6099-1EC6-7E71-9C1B76356765}"/>
              </a:ext>
            </a:extLst>
          </p:cNvPr>
          <p:cNvCxnSpPr/>
          <p:nvPr/>
        </p:nvCxnSpPr>
        <p:spPr>
          <a:xfrm>
            <a:off x="5943601" y="3741324"/>
            <a:ext cx="0" cy="637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5FA24E-B711-DF98-377C-47F57E555BDF}"/>
              </a:ext>
            </a:extLst>
          </p:cNvPr>
          <p:cNvCxnSpPr/>
          <p:nvPr/>
        </p:nvCxnSpPr>
        <p:spPr>
          <a:xfrm>
            <a:off x="5936674" y="4876799"/>
            <a:ext cx="0" cy="6373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28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F32DBE-7DC7-E129-7BB7-814D854FB39B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Compare Model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635F0-755F-8535-D5E2-29ED514C3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1" y="2342467"/>
            <a:ext cx="9755011" cy="26870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42C3F90-6D86-084C-759D-F54D6C05AAE9}"/>
              </a:ext>
            </a:extLst>
          </p:cNvPr>
          <p:cNvSpPr/>
          <p:nvPr/>
        </p:nvSpPr>
        <p:spPr>
          <a:xfrm>
            <a:off x="4890655" y="2632364"/>
            <a:ext cx="1087582" cy="79663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E0B73B-D565-04D4-67FC-5EAC0DA16FDA}"/>
              </a:ext>
            </a:extLst>
          </p:cNvPr>
          <p:cNvSpPr/>
          <p:nvPr/>
        </p:nvSpPr>
        <p:spPr>
          <a:xfrm>
            <a:off x="7924800" y="2632364"/>
            <a:ext cx="1233055" cy="42949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272A56-C657-B4E6-8C50-72CF14461BD3}"/>
              </a:ext>
            </a:extLst>
          </p:cNvPr>
          <p:cNvSpPr/>
          <p:nvPr/>
        </p:nvSpPr>
        <p:spPr>
          <a:xfrm>
            <a:off x="4890655" y="4170218"/>
            <a:ext cx="1233055" cy="429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FA586-0BB0-28DE-1303-3E96B2BBA1D4}"/>
              </a:ext>
            </a:extLst>
          </p:cNvPr>
          <p:cNvSpPr/>
          <p:nvPr/>
        </p:nvSpPr>
        <p:spPr>
          <a:xfrm>
            <a:off x="7924799" y="4170217"/>
            <a:ext cx="1233055" cy="429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D38B74-2FCC-01DC-9406-7FC8C9D1727B}"/>
              </a:ext>
            </a:extLst>
          </p:cNvPr>
          <p:cNvSpPr/>
          <p:nvPr/>
        </p:nvSpPr>
        <p:spPr>
          <a:xfrm>
            <a:off x="2133600" y="2632364"/>
            <a:ext cx="2327564" cy="429491"/>
          </a:xfrm>
          <a:prstGeom prst="rect">
            <a:avLst/>
          </a:prstGeom>
          <a:noFill/>
          <a:ln w="38100">
            <a:solidFill>
              <a:srgbClr val="0383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5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6938-AF47-F01A-4292-A59624D0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7C58E0-B06E-3CDA-47EE-4EDABFB7436E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Results &amp; Visualization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6D624F-AF3D-77BF-598C-D43E306DD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304" y="1994163"/>
            <a:ext cx="5395865" cy="41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2B49E1-EBE8-5899-BCC0-439D0E520D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B6BD9-7B5B-C37C-43F4-15994A4262C0}"/>
              </a:ext>
            </a:extLst>
          </p:cNvPr>
          <p:cNvSpPr txBox="1"/>
          <p:nvPr/>
        </p:nvSpPr>
        <p:spPr>
          <a:xfrm>
            <a:off x="4554684" y="2407243"/>
            <a:ext cx="6102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40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Analysis Agent</a:t>
            </a:r>
            <a:endParaRPr lang="en-US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F0A4F-AE12-0D89-7F98-FCE91514CAED}"/>
              </a:ext>
            </a:extLst>
          </p:cNvPr>
          <p:cNvSpPr txBox="1"/>
          <p:nvPr/>
        </p:nvSpPr>
        <p:spPr>
          <a:xfrm>
            <a:off x="5344626" y="3429000"/>
            <a:ext cx="3200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Zahra Rezaee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78A3BE-DBA8-2B82-FEAA-FA7D58316765}"/>
              </a:ext>
            </a:extLst>
          </p:cNvPr>
          <p:cNvCxnSpPr/>
          <p:nvPr/>
        </p:nvCxnSpPr>
        <p:spPr>
          <a:xfrm>
            <a:off x="5167745" y="3255818"/>
            <a:ext cx="644236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92,000+ Gold Analysis Pictures">
            <a:extLst>
              <a:ext uri="{FF2B5EF4-FFF2-40B4-BE49-F238E27FC236}">
                <a16:creationId xmlns:a16="http://schemas.microsoft.com/office/drawing/2014/main" id="{8A5BB0ED-DA31-1088-DC30-951C6452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0" r="20116"/>
          <a:stretch>
            <a:fillRect/>
          </a:stretch>
        </p:blipFill>
        <p:spPr>
          <a:xfrm>
            <a:off x="-13855" y="0"/>
            <a:ext cx="4599710" cy="686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0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76349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4533" b="1" dirty="0">
                <a:solidFill>
                  <a:srgbClr val="2B262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هدف پروژه</a:t>
            </a:r>
            <a:endParaRPr lang="en-US" sz="4533" dirty="0">
              <a:cs typeface="B Nazanin" panose="00000400000000000000" pitchFamily="2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156960" y="2313708"/>
            <a:ext cx="5364480" cy="1404851"/>
          </a:xfrm>
          <a:prstGeom prst="roundRect">
            <a:avLst>
              <a:gd name="adj" fmla="val 4706"/>
            </a:avLst>
          </a:prstGeom>
          <a:solidFill>
            <a:srgbClr val="FAF6EC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28960" y="273100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728960" y="2706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0" y="2645664"/>
            <a:ext cx="4145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67" b="1" dirty="0">
                <a:solidFill>
                  <a:srgbClr val="2B262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دریافت سوال کاربر</a:t>
            </a:r>
            <a:endParaRPr lang="en-US" sz="2267" dirty="0">
              <a:cs typeface="B Nazanin" panose="00000400000000000000" pitchFamily="2" charset="-7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0560" y="2283228"/>
            <a:ext cx="5364480" cy="1404851"/>
          </a:xfrm>
          <a:prstGeom prst="roundRect">
            <a:avLst>
              <a:gd name="adj" fmla="val 4706"/>
            </a:avLst>
          </a:prstGeom>
          <a:solidFill>
            <a:srgbClr val="FAF6EC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93545" y="269443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292436" y="26791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57856"/>
            <a:ext cx="4145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67" b="1" dirty="0">
                <a:solidFill>
                  <a:srgbClr val="2B262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داده واقعی بازار</a:t>
            </a:r>
            <a:endParaRPr lang="en-US" sz="2267" dirty="0">
              <a:cs typeface="B Nazanin" panose="00000400000000000000" pitchFamily="2" charset="-7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2499360"/>
            <a:ext cx="475488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6156960" y="4023360"/>
            <a:ext cx="5364480" cy="1404851"/>
          </a:xfrm>
          <a:prstGeom prst="roundRect">
            <a:avLst>
              <a:gd name="adj" fmla="val 4706"/>
            </a:avLst>
          </a:prstGeom>
          <a:solidFill>
            <a:srgbClr val="FAF6EC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04576" y="4435115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728960" y="441959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61760" y="4357532"/>
            <a:ext cx="4145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67" b="1" dirty="0">
                <a:solidFill>
                  <a:srgbClr val="2B262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تحلیل اخبار روز</a:t>
            </a:r>
            <a:endParaRPr lang="en-US" sz="2267" dirty="0">
              <a:cs typeface="B Nazanin" panose="00000400000000000000" pitchFamily="2" charset="-7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0560" y="4023360"/>
            <a:ext cx="5364480" cy="1404851"/>
          </a:xfrm>
          <a:prstGeom prst="roundRect">
            <a:avLst>
              <a:gd name="adj" fmla="val 4706"/>
            </a:avLst>
          </a:prstGeom>
          <a:solidFill>
            <a:srgbClr val="FAF6EC"/>
          </a:solidFill>
          <a:ln/>
          <a:effectLst>
            <a:outerShdw blurRad="1016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42560" y="4435115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5242560" y="44063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5360" y="4386347"/>
            <a:ext cx="4145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en-US" sz="2267" b="1" dirty="0">
                <a:solidFill>
                  <a:srgbClr val="2B262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پاسخ هوشمند</a:t>
            </a:r>
            <a:endParaRPr lang="en-US" sz="2267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5121-0BC1-28CF-C5D2-B0B40228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9C086A-5414-E5FB-5F94-969E9146B1AB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21B04-4E81-B62B-F511-2680EF7E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72" y="0"/>
            <a:ext cx="61098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4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4F8B-290A-2410-510F-DF3DB677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3267A-919C-6286-F9E7-B5C00979D84D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Receive User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6BA38-5ABE-B22A-5058-EA6F8DE415D7}"/>
              </a:ext>
            </a:extLst>
          </p:cNvPr>
          <p:cNvSpPr txBox="1"/>
          <p:nvPr/>
        </p:nvSpPr>
        <p:spPr>
          <a:xfrm>
            <a:off x="1219201" y="2117694"/>
            <a:ext cx="9709354" cy="113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The agent starts by receiving a user question about the gold market. 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The question is passed to the main function: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1B64F-BDEA-E4EB-9DB0-751A33077D4B}"/>
              </a:ext>
            </a:extLst>
          </p:cNvPr>
          <p:cNvSpPr txBox="1"/>
          <p:nvPr/>
        </p:nvSpPr>
        <p:spPr>
          <a:xfrm>
            <a:off x="4874341" y="3136612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run_agent</a:t>
            </a:r>
            <a:r>
              <a:rPr lang="en-US" sz="3200" dirty="0"/>
              <a:t>(question)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5B8B1-3DA5-8410-2F90-79701D3A8BCB}"/>
              </a:ext>
            </a:extLst>
          </p:cNvPr>
          <p:cNvSpPr txBox="1"/>
          <p:nvPr/>
        </p:nvSpPr>
        <p:spPr>
          <a:xfrm>
            <a:off x="1500648" y="3921479"/>
            <a:ext cx="60984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Example user questions: </a:t>
            </a:r>
            <a:endParaRPr lang="fa-IR" sz="20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current gold price?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is the gold trend for next week?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now a good time to buy gold?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are today’s important gold news?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step defines what the agent should analyze.</a:t>
            </a:r>
          </a:p>
        </p:txBody>
      </p:sp>
    </p:spTree>
    <p:extLst>
      <p:ext uri="{BB962C8B-B14F-4D97-AF65-F5344CB8AC3E}">
        <p14:creationId xmlns:p14="http://schemas.microsoft.com/office/powerpoint/2010/main" val="2155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5009C-1E99-8CE7-294F-3AE4933B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3BFD6B-EFEE-7DD8-5344-E546A21D8BAF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Get Live Gold Price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29628-979F-66D3-96D3-04E720618E0A}"/>
              </a:ext>
            </a:extLst>
          </p:cNvPr>
          <p:cNvSpPr txBox="1"/>
          <p:nvPr/>
        </p:nvSpPr>
        <p:spPr>
          <a:xfrm>
            <a:off x="1219201" y="2288909"/>
            <a:ext cx="7997313" cy="195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gold = </a:t>
            </a:r>
            <a:r>
              <a:rPr lang="en-US" sz="2800" dirty="0" err="1"/>
              <a:t>yf.Ticker</a:t>
            </a:r>
            <a:r>
              <a:rPr lang="en-US" sz="2800" dirty="0"/>
              <a:t>("GC=F")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data = </a:t>
            </a:r>
            <a:r>
              <a:rPr lang="en-US" sz="2800" dirty="0" err="1"/>
              <a:t>gold.history</a:t>
            </a:r>
            <a:r>
              <a:rPr lang="en-US" sz="2800" dirty="0"/>
              <a:t>(period="5d", interval="1d")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current_price</a:t>
            </a:r>
            <a:r>
              <a:rPr lang="en-US" sz="2800" dirty="0"/>
              <a:t> = round(float(data["Close"].</a:t>
            </a:r>
            <a:r>
              <a:rPr lang="en-US" sz="2800" dirty="0" err="1"/>
              <a:t>iloc</a:t>
            </a:r>
            <a:r>
              <a:rPr lang="en-US" sz="2800" dirty="0"/>
              <a:t>[-1]), 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29092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906F-9BFA-5AF3-068C-F0028EA2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2C716-88F1-63E6-3099-67A019A5BEB4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Get Related News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FE6F4-6960-FA4E-93C4-6A98E8A1A8D8}"/>
              </a:ext>
            </a:extLst>
          </p:cNvPr>
          <p:cNvSpPr txBox="1"/>
          <p:nvPr/>
        </p:nvSpPr>
        <p:spPr>
          <a:xfrm>
            <a:off x="1471151" y="2153630"/>
            <a:ext cx="6098458" cy="334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Gold market news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Federal Reserve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 interest rate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 inflation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DXY (Dollar Index)</a:t>
            </a:r>
            <a:endParaRPr lang="fa-I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Geopolitical tensions</a:t>
            </a:r>
          </a:p>
        </p:txBody>
      </p:sp>
    </p:spTree>
    <p:extLst>
      <p:ext uri="{BB962C8B-B14F-4D97-AF65-F5344CB8AC3E}">
        <p14:creationId xmlns:p14="http://schemas.microsoft.com/office/powerpoint/2010/main" val="2963557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B0E3-62DF-B8C5-34E4-BBBE9CF8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B20117-4D32-94BA-DDA6-987878B6E81B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Format News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1906B-3E6E-B452-12E6-4939D4EB5878}"/>
              </a:ext>
            </a:extLst>
          </p:cNvPr>
          <p:cNvSpPr txBox="1"/>
          <p:nvPr/>
        </p:nvSpPr>
        <p:spPr>
          <a:xfrm>
            <a:off x="1219200" y="2090172"/>
            <a:ext cx="105942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2400" dirty="0"/>
              <a:t>The news results are returned as a list from </a:t>
            </a:r>
            <a:r>
              <a:rPr lang="en-US" sz="2400" dirty="0" err="1"/>
              <a:t>Tavily</a:t>
            </a:r>
            <a:r>
              <a:rPr lang="en-US" sz="2400" dirty="0"/>
              <a:t>.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This step converts the news list into a clean bullet-point text.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Only the news titles are extracted.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2400" dirty="0"/>
              <a:t>The formatted news text is later added to the Gemini prompt.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4EEEE-60EA-2842-9089-7D94C4BF461D}"/>
              </a:ext>
            </a:extLst>
          </p:cNvPr>
          <p:cNvSpPr txBox="1"/>
          <p:nvPr/>
        </p:nvSpPr>
        <p:spPr>
          <a:xfrm>
            <a:off x="1219200" y="4660142"/>
            <a:ext cx="86757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Gold rises after Federal Reserve comments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Inflation data affects gold market expectations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U.S. dollar movement influences gold prices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DC876-D2C4-F72B-D33F-F41B3F63B3B9}"/>
              </a:ext>
            </a:extLst>
          </p:cNvPr>
          <p:cNvSpPr txBox="1"/>
          <p:nvPr/>
        </p:nvSpPr>
        <p:spPr>
          <a:xfrm>
            <a:off x="1633384" y="4055495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Output Example</a:t>
            </a:r>
          </a:p>
        </p:txBody>
      </p:sp>
    </p:spTree>
    <p:extLst>
      <p:ext uri="{BB962C8B-B14F-4D97-AF65-F5344CB8AC3E}">
        <p14:creationId xmlns:p14="http://schemas.microsoft.com/office/powerpoint/2010/main" val="973202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88F3-E46E-E316-80D1-29DC26DE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08B947-89E6-EED7-A746-1A2FB58DC179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Send to Gemini (LLM)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EC75D-00DE-42AF-9BBE-3DDF5782C268}"/>
              </a:ext>
            </a:extLst>
          </p:cNvPr>
          <p:cNvSpPr txBox="1"/>
          <p:nvPr/>
        </p:nvSpPr>
        <p:spPr>
          <a:xfrm>
            <a:off x="1485900" y="2003603"/>
            <a:ext cx="85577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Prompt Includes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User question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Gold futures price from Yahoo Finance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Gold-related news headlines from </a:t>
            </a:r>
            <a:r>
              <a:rPr lang="en-US" sz="2800" dirty="0" err="1"/>
              <a:t>Tavily</a:t>
            </a:r>
            <a:r>
              <a:rPr lang="en-US" sz="2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Rules for the model: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Use only the provided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Mention limitations if data is missing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Do not give definitive financial advice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Write the answer in Persian</a:t>
            </a:r>
          </a:p>
        </p:txBody>
      </p:sp>
    </p:spTree>
    <p:extLst>
      <p:ext uri="{BB962C8B-B14F-4D97-AF65-F5344CB8AC3E}">
        <p14:creationId xmlns:p14="http://schemas.microsoft.com/office/powerpoint/2010/main" val="115448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26A5-7068-EF35-391A-BB059DC84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F70060-7697-32C8-A960-C18204AA4227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Generate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815E8-BCBC-C046-9E4B-F94C9A6ECAE9}"/>
              </a:ext>
            </a:extLst>
          </p:cNvPr>
          <p:cNvSpPr txBox="1"/>
          <p:nvPr/>
        </p:nvSpPr>
        <p:spPr>
          <a:xfrm>
            <a:off x="1353164" y="2130574"/>
            <a:ext cx="60984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After sending the prompt, Gemini generates the final response. </a:t>
            </a:r>
          </a:p>
          <a:p>
            <a:r>
              <a:rPr lang="en-US" sz="2400" dirty="0"/>
              <a:t>The model analyzes: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Gold price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Financial news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User question </a:t>
            </a:r>
          </a:p>
          <a:p>
            <a:r>
              <a:rPr lang="en-US" sz="2400" dirty="0"/>
              <a:t>It produces a natural language explanation of the gold market. </a:t>
            </a:r>
          </a:p>
          <a:p>
            <a:r>
              <a:rPr lang="en-US" sz="2400" dirty="0"/>
              <a:t>The output is returned to the user in Persian.</a:t>
            </a:r>
          </a:p>
        </p:txBody>
      </p:sp>
    </p:spTree>
    <p:extLst>
      <p:ext uri="{BB962C8B-B14F-4D97-AF65-F5344CB8AC3E}">
        <p14:creationId xmlns:p14="http://schemas.microsoft.com/office/powerpoint/2010/main" val="361808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4758-3A36-A5DE-C9BD-16E04C96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500CE0-DE6A-6E77-47C6-02818DF6FE5F}"/>
              </a:ext>
            </a:extLst>
          </p:cNvPr>
          <p:cNvSpPr txBox="1"/>
          <p:nvPr/>
        </p:nvSpPr>
        <p:spPr>
          <a:xfrm>
            <a:off x="1219201" y="997529"/>
            <a:ext cx="9518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Show Final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653E1-D3D5-068E-2C43-1A55F66B83D8}"/>
              </a:ext>
            </a:extLst>
          </p:cNvPr>
          <p:cNvSpPr txBox="1"/>
          <p:nvPr/>
        </p:nvSpPr>
        <p:spPr>
          <a:xfrm>
            <a:off x="968478" y="1828526"/>
            <a:ext cx="10255044" cy="407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dirty="0">
                <a:cs typeface="B Nazanin" panose="00000400000000000000" pitchFamily="2" charset="-78"/>
              </a:rPr>
              <a:t>============================================================</a:t>
            </a:r>
          </a:p>
          <a:p>
            <a:pPr algn="just" rtl="1"/>
            <a:r>
              <a:rPr lang="fa-IR" dirty="0">
                <a:cs typeface="B Nazanin" panose="00000400000000000000" pitchFamily="2" charset="-78"/>
              </a:rPr>
              <a:t>سوال: فعلی طلا:**قیمت فعلی طلا چقدر است؟</a:t>
            </a:r>
          </a:p>
          <a:p>
            <a:pPr algn="just" rtl="1"/>
            <a:r>
              <a:rPr lang="fa-IR" dirty="0">
                <a:cs typeface="B Nazanin" panose="00000400000000000000" pitchFamily="2" charset="-78"/>
              </a:rPr>
              <a:t>------------------------------------------------------------</a:t>
            </a:r>
          </a:p>
          <a:p>
            <a:pPr algn="just" rtl="1"/>
            <a:r>
              <a:rPr lang="fa-IR" dirty="0">
                <a:cs typeface="B Nazanin" panose="00000400000000000000" pitchFamily="2" charset="-78"/>
              </a:rPr>
              <a:t>**قیمت </a:t>
            </a:r>
          </a:p>
          <a:p>
            <a:pPr algn="just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قیمت آتی فعلی طلا 4187.3 دلار آمریکا به </a:t>
            </a:r>
            <a:r>
              <a:rPr lang="fa-IR" dirty="0" err="1">
                <a:cs typeface="B Nazanin" panose="00000400000000000000" pitchFamily="2" charset="-78"/>
              </a:rPr>
              <a:t>ازای</a:t>
            </a:r>
            <a:r>
              <a:rPr lang="fa-IR" dirty="0">
                <a:cs typeface="B Nazanin" panose="00000400000000000000" pitchFamily="2" charset="-78"/>
              </a:rPr>
              <a:t> هر </a:t>
            </a:r>
            <a:r>
              <a:rPr lang="fa-IR" dirty="0" err="1">
                <a:cs typeface="B Nazanin" panose="00000400000000000000" pitchFamily="2" charset="-78"/>
              </a:rPr>
              <a:t>اونس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dirty="0" err="1">
                <a:cs typeface="B Nazanin" panose="00000400000000000000" pitchFamily="2" charset="-78"/>
              </a:rPr>
              <a:t>تروی</a:t>
            </a:r>
            <a:r>
              <a:rPr lang="fa-IR" dirty="0">
                <a:cs typeface="B Nazanin" panose="00000400000000000000" pitchFamily="2" charset="-78"/>
              </a:rPr>
              <a:t> است.</a:t>
            </a:r>
          </a:p>
          <a:p>
            <a:pPr algn="just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**تحلیل روند بازار:**</a:t>
            </a:r>
          </a:p>
          <a:p>
            <a:pPr algn="just" rtl="1">
              <a:lnSpc>
                <a:spcPct val="150000"/>
              </a:lnSpc>
            </a:pPr>
            <a:r>
              <a:rPr lang="en-US" dirty="0">
                <a:cs typeface="B Nazanin" panose="00000400000000000000" pitchFamily="2" charset="-78"/>
              </a:rPr>
              <a:t>….</a:t>
            </a:r>
            <a:endParaRPr lang="fa-IR" dirty="0">
              <a:cs typeface="B Nazanin" panose="00000400000000000000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**</a:t>
            </a:r>
            <a:r>
              <a:rPr lang="fa-IR" dirty="0" err="1">
                <a:cs typeface="B Nazanin" panose="00000400000000000000" pitchFamily="2" charset="-78"/>
              </a:rPr>
              <a:t>محدودیت‌های</a:t>
            </a:r>
            <a:r>
              <a:rPr lang="fa-IR" dirty="0">
                <a:cs typeface="B Nazanin" panose="00000400000000000000" pitchFamily="2" charset="-78"/>
              </a:rPr>
              <a:t> تحلیل:**</a:t>
            </a:r>
          </a:p>
          <a:p>
            <a:pPr algn="just" rtl="1">
              <a:lnSpc>
                <a:spcPct val="150000"/>
              </a:lnSpc>
            </a:pPr>
            <a:r>
              <a:rPr lang="en-US" dirty="0">
                <a:cs typeface="B Nazanin" panose="00000400000000000000" pitchFamily="2" charset="-78"/>
              </a:rPr>
              <a:t>....</a:t>
            </a:r>
            <a:endParaRPr lang="fa-IR" dirty="0">
              <a:cs typeface="B Nazanin" panose="00000400000000000000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dirty="0">
                <a:cs typeface="B Nazanin" panose="00000400000000000000" pitchFamily="2" charset="-78"/>
              </a:rPr>
              <a:t>**تذکر:** این تحلیل صرفاً بر اساس </a:t>
            </a:r>
            <a:r>
              <a:rPr lang="fa-IR" dirty="0" err="1">
                <a:cs typeface="B Nazanin" panose="00000400000000000000" pitchFamily="2" charset="-78"/>
              </a:rPr>
              <a:t>داده‌های</a:t>
            </a:r>
            <a:r>
              <a:rPr lang="fa-IR" dirty="0">
                <a:cs typeface="B Nazanin" panose="00000400000000000000" pitchFamily="2" charset="-78"/>
              </a:rPr>
              <a:t> ارائه شده است و نباید به عنوان توصیه مالی برای خرید یا فروش طلا تلقی شود. تصمیمات </a:t>
            </a:r>
            <a:r>
              <a:rPr lang="fa-IR" dirty="0" err="1">
                <a:cs typeface="B Nazanin" panose="00000400000000000000" pitchFamily="2" charset="-78"/>
              </a:rPr>
              <a:t>سرمایه‌گذاری</a:t>
            </a:r>
            <a:r>
              <a:rPr lang="fa-IR" dirty="0">
                <a:cs typeface="B Nazanin" panose="00000400000000000000" pitchFamily="2" charset="-78"/>
              </a:rPr>
              <a:t> باید با مشورت متخصص مالی و تحقیقات کامل انجام شود.</a:t>
            </a:r>
          </a:p>
        </p:txBody>
      </p:sp>
    </p:spTree>
    <p:extLst>
      <p:ext uri="{BB962C8B-B14F-4D97-AF65-F5344CB8AC3E}">
        <p14:creationId xmlns:p14="http://schemas.microsoft.com/office/powerpoint/2010/main" val="25069785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{1BA52B95-44CA-4E7D-A18A-B253E0FAAD50}TFf0a5ceae-4542-492d-822e-d65a94fb0e1e3b562c5a_win32-009a0557e699</Template>
  <TotalTime>151</TotalTime>
  <Words>544</Words>
  <Application>Microsoft Office PowerPoint</Application>
  <PresentationFormat>Widescreen</PresentationFormat>
  <Paragraphs>113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B Nazanin</vt:lpstr>
      <vt:lpstr>Bookman Old Style</vt:lpstr>
      <vt:lpstr>Calibri</vt:lpstr>
      <vt:lpstr>Franklin Gothic Book</vt:lpstr>
      <vt:lpstr>Wingdings</vt:lpstr>
      <vt:lpstr>Custom</vt:lpstr>
      <vt:lpstr>Diabetes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zahra rezaee</dc:creator>
  <cp:lastModifiedBy>zahra rezaee</cp:lastModifiedBy>
  <cp:revision>2</cp:revision>
  <dcterms:created xsi:type="dcterms:W3CDTF">2026-07-02T09:26:49Z</dcterms:created>
  <dcterms:modified xsi:type="dcterms:W3CDTF">2026-07-04T16:05:41Z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